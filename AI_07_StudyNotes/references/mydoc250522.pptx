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bb698e1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bb698e1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03ab662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03ab662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b03ab662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b03ab662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b03ab662d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b03ab662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b03ab662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b03ab662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b03ab662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b03ab662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b03ab662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b03ab662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b03ab662d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b03ab662d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b03ab662d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b03ab662d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b03ab662d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b03ab662d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b03ab662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b03ab662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b03ab662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b03ab662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b03ab662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b03ab662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b03ab662d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b03ab662d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b03ab662d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b03ab662d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b03ab662d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b03ab662d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b03ab662d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b03ab662d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b03ab662d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b03ab662d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b03ab662d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b03ab662d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b03ab662d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b03ab662d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b03ab662d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b03ab662d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b03ab662d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b03ab662d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b03ab662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b03ab662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b03ab662d_1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b03ab662d_1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b03ab662d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b03ab662d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b03ab662d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b03ab662d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b03ab662d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b03ab662d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b03ab662d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b03ab662d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b03ab662d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b03ab662d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12. ■ 디코더 (Decoder) 구조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인코더에서 디코더로(From Encoder To Decoder)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![](https://wikidocs.net/images/page/31379/transformer_from_encoder_to_decoder.PNG)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위에서 구현된 인코더는 총 $num\_layers$만큼의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층 연산을 순차적으로 한 후에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**마지막 층의 인코더의 출력**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→ 디코더에게 전달합니다.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 연산이 끝났으면 디코더 연산이 시작되어 디코더 또한 $num\_layers$만큼의 연산을 하는데,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이때마다 인코더가 보낸 출력을 →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**'각' 디코더 층 연산에 사용**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7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디코더의 입력과 문제점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![](https://wikidocs.net/images/page/31379/decoder.PNG)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입력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디코더도 인코더와 동일하게 '임베딩' 층과 '포지셔널 인코딩'을 거친 후의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**문장 행렬이 입력**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된다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 또한 seq2seq와 마찬가지로 교사 강요(Teacher Forcing)을 사용하여 훈련되므로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**학습 과정**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에서 디코더는 번역할 문장에 해당되는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`&lt;sos&gt; je suis étudiant`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``의 문장 행렬을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**'한 번에 입력'**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받습니다.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디코더는 이 문장 행렬로부터 각 시점의 단어를 예측하도록 훈련됩니다.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9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**여기서 문제점!**</a:t>
            </a:r>
            <a:endParaRPr b="1"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seq2seq의 디코더에 사용되는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**RNN 계열**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의 신경망은 입력 단어를 '매 시점마다 순차적'으로 입력받으므로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다음 단어 예측에 현재 시점을 포함한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**이전 시점**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에 입력된 단어들만 '참고'할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반면,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**트랜스포머**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는 문장 행렬로 입력을 '한 번'에 받으므로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현재 시점의 단어를 예측하고자 할 때, 입력 문장 행렬로부터 '미래 시점(?)'의 단어까지도 참고할 수 있는 현상이 발생합니다.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가령,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`suis`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``를 예측해야 하는 시점이라고 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RNN 계열의 seq2seq의 디코더라면 현재까지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디코더에 입력된 단어는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sos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와 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`je`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``뿐일 것입니다.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반면, 트랜스포머는 '이미' 문장 행렬로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&amp;lt;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sos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&amp;gt;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`je suis étudiant`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``를 입력받았습니다.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8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13. 디코더의 첫번째 서브층 : 셀프 어텐션과 룩-어헤드 마스크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위해 트랜스포머의 디코더에서는 현재 시점의 예측에서 현재 시점보다 미래에 있는 단어들을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참고하지 못하도록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**룩-어헤드 마스크(look-ahead mask)**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도입.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직역하면 '미리보기에 대한 마스크'입니다.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![](https://wikidocs.net/images/page/31379/%EB%94%94%EC%BD%94%EB%8D%94.PNG)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룩-어헤드 마스크(look-ahead mask)는 디코더의 첫번째 서브층에서 이루어집니다.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첫번째 서브층인 멀티 헤드 셀프 어텐션 층은 인코더의 첫번째 서브층인 멀티 헤드 셀프 어텐션 층과 동일한 연산을 수행합니다.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9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오직 다른 점은 어텐션 스코어 행렬에서 '마스킹'을 적용한다는 점만 다릅니다.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우선 다음과 같이 셀프 어텐션을 통해 어텐션 스코어 행렬을 얻습니다.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![](https://wikidocs.net/images/page/31379/decoder_attention_score_matrix.PNG)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↓이제 자기 자신보다 미래에 있는 단어들은 참고하지 못하도록 다음과 같이 마스킹합니다.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![](https://wikidocs.net/images/page/31379/%EB%A3%A9%EC%96%B4%ED%97%A4%EB%93%9C%EB%A7%88%EC%8A%A4%ED%81%AC.PNG)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↑ 마스킹 된 후의 어텐션 스코어 행렬의 각 행을 보면 '자기 자신과 그 이전 단어들만을 참고'할 수 있음을 볼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 외에는, 근본적으로 셀프 어텐션이라는 점과, 멀티 헤드 어텐션을 수행한다는 점에서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인코더의 첫번째 서브층과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9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룩-어헤드 마스크는 패딩 마스크와 마찬가지로 앞서 구현한 스케일드 닷 프로덕트 어텐션 함수에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**mask=**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라는 인자로 전달됩니다.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**패딩 마스킹**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써야하는 경우에는 스케일드 닷 프로덕트 어텐션 함수에 패딩 마스크를 전달하고,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**룩-어헤드 마스킹**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을 써야하는 경우에는 스케일드 닷 프로덕트 어텐션 함수에 룩-어헤드 마스크를 전달합니다.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```python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스케일드 닷 프로덕트 어텐션 함수를 다시 복습해봅시다.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scaled_dot_product_attention(query, key, value, mask):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... 중략 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logits += (mask * </a:t>
            </a:r>
            <a:r>
              <a:rPr lang="ko" sz="1500">
                <a:solidFill>
                  <a:srgbClr val="098658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-1e9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어텐션 스코어 행렬인 logits에 mask*-1e9 값을 더해주고 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... 중략 ...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```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0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트랜스포머에는 총 세 가지 어텐션이 존재하며,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모두 '멀티 헤드 어텐션'을 수행하고,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멀티 헤드 어텐션 함수 내부에서 스케일드 닷 프로덕트 어텐션 함수를 호출하는데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각 어텐션 시 함수에 전달하는 마스킹은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인코더의 셀프 어텐션 :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**패딩 마스크**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전달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첫번째 서브층인 마스크드 셀프 어텐션 :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**룩-어헤드 마스크**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전달 ← 지금 설명하고 있는것.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두번째 서브층인 인코더-디코더 어텐션 :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**패딩 마스크**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를 전달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이때 룩-어헤드 마스크를 한다고해서 패딩 마스크가 불필요한 것이 아니므로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'룩-어헤드 마스크'는 '패딩 마스크'를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**포함**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하도록 구현합니다.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룩-어헤드 마스크를 구현하는 방법은 패딩 마스크 때와 마찬가지로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마스킹을 하고자 하는 위치에는 1을,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마스킹을 하지 않는 위치에는 0을 리턴하도록 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6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tf.linalg.band_part(input, num_lower, num_upper)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: 텐서의 특정 대각선 부분을 추출하거나 마스킹하는 데 사용되는 함수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이 함수는 입력 텐서에서 하삼각 행렬(Lower Triangle)이나 상삼각 행렬(Upper Triangle)을 추출하거나, 원하는 대각선 부분만 남겨두고 나머지를 0으로 만듭니다.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input: 입력 텐서(주로 2D 행렬이지만 고차원도 가능).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num_lower: 남기고 싶은 하삼각 부분의 대각선 수(음수는 전체를 유지).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num_upper: 남기고 싶은 상삼각 부분의 대각선 수(음수는 전체를 유지).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입력 행렬 (3x3)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matrix = tf.constant([[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              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]], dtype=tf.float32)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3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14. 디코더의 두번째 서브층 : 인코더-디코더 어텐션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두번째 서브층은 멀티 헤드 어텐션을 수행한다는 점에서는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이전의 어텐션들(인코더와 디코더의 첫번째 서브층)과는 공통점이 있으나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다른점! → 이번에는 </a:t>
            </a:r>
            <a:r>
              <a:rPr b="1"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**셀프 어텐션이 아닙니다**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90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인코더의 첫번째 서브층 : Query = Key = Value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디코더의 첫번째 서브층 : Query = Key = Value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디코더의 두번째 서브층 : Query : 디코더 행렬 / Key = Value : 인코더 행렬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디코더의 두번째 서브층을 확대해보면, 다음과 같이 인코더로부터 두 개의 화살표가 그려져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![](https://wikidocs.net/images/page/31379/%EB%94%94%EC%BD%94%EB%8D%94%EB%91%90%EB%B2%88%EC%A7%B8%EC%84%9C%EB%B8%8C%EC%B8%B5.PNG)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 개의 빨간 화살표는 각각 Key와 Value를 의미하며 이는 인코더의 마지막 층에서 온 행렬로부터 얻습니다.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반면 검정화살표인 Query는 디코더의 첫번째 서브층의 결과 행렬로부터 얻는다는 점이 다릅니다.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Query가 디코더 행렬, Key가 인코더 행렬일 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어텐션 스코어 행렬을 구하는 과정은 다음과 같습니다.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![](https://wikidocs.net/images/page/31379/%EB%94%94%EC%BD%94%EB%8D%94%EB%91%90%EB%B2%88%EC%A7%B8%EC%84%9C%EB%B8%8C%EC%B8%B5%EC%9D%98%EC%96%B4%ED%85%90%EC%85%98%EC%8A%A4%EC%BD%94%EC%96%B4%ED%96%89%EB%A0%AC_final.PNG)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15. ▶디코더 레이어 구현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디코더는 총 '세 개의 서브층'으로 구성.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첫번째와 두번째 서브층 모두 멀티 헤드 어텐션이지만,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첫번째 서브층은 mask의 인자값으로 look_ahead_mask가 들어가는 반면,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두번째 서브층은 mask의 인자값으로 padding_mask가 들어갑니다.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이는 첫번째 서브층은 마스크드 셀프 어텐션을 수행하기 때문입니다.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세 개의 서브층 모두 서브층 연산 후에는 드롭 아웃, 잔차 연결, 층 정규화가 수행됩니다.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7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입력, 인코더로부터의 입력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룩어헤드 마스크(첫번째 서브층에서 사용)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패딩 마스크(두번째 서브층에서 사용)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멀티-헤드 어텐션 (첫번째 서브층 / 마스크드 셀프 어텐션)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잔차 연결과 층 정규화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멀티-헤드 어텐션 (두번째 서브층 / 디코더-인코더 어텐션)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드롭아웃 + 잔차 연결과 층 정규화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포지션 와이즈 피드 포워드 신경망 (세번째 서브층)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드롭아웃 + 잔차 연결과 층 정규화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16. ▶디코더 모델 구현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포지셔널 인코딩 후 디코더 층을 $num\_layers$의 개수만큼 쌓은 decoder 모델을 작성합니다.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입력과 인코더로부터의 입력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디코더는 룩어헤드 마스크(첫번째 서브층)와 패딩 마스크(두번째 서브층) 둘 다 사용.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포지셔널 인코딩 + 드롭아웃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디코더를 num_layers개 쌓기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44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17. ■트랜스포머 모델 구현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위에서 구현한 인코더와 디코더 함수를 조합하여 트랜스포머를 구현.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인코더의 출력은 디코더에서 인코더-디코더 어텐션에서 사용되기 위해 디코더로 전달해줍니다.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그리고 디코더의 끝단에는 다중 클래스 분류 문제를 풀 수 있도록,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vocab_size 만큼의 뉴런을 가지는 출력층을 추가해줍니다.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6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인코더의 입력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입력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인코더의 패딩 마스크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룩어헤드 마스크(첫번째 서브층)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패딩 마스크(두번째 서브층)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인코더의 출력은 enc_outputs. 디코더로 전달된다.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디코더의 출력은 dec_outputs. 출력층으로 전달된다.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다음 단어 예측을 위한 출력층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9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18. 트랜스포머 하이퍼파라미터 정하기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트랜스포머의 하이퍼파라미터를 임의로 정하고 모델을 만들어봅시다.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현재 훈련 데이터가 존재하는 것은 아니지만, 단어 집합의 크기는 임의로 9,000으로 정합니다.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단어 집합의 크기로부터 룩업 테이블을 수행할 임베딩 테이블과 포지셔널 인코딩 행렬의 행의 크기를 결정할 수 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논문에서 제시한 것과는 다르게 하이퍼파라미터를 정해보겠습니다.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인코더와 디코더의 층의 개수 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{num_layers}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$는 4개,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인코더와 디코더의 포지션 와이즈 피드 포워드 신경망의 은닉층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{ff}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$은 512,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인코더와 디코더의 입, 출력의 차원 $d_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$은 128,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멀티-헤드 어텐션에서 병렬적으로 사용할 헤드의 수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{num_heads}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$는 4로 정했습니다.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128/4의 값인 32가 $d_v$의 값이 되겠습니다.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281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PositionalEncoding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keras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layers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257693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Layer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super(PositionalEncoding,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.pos_encoding =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.positional_encoding(position, d_model)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sin, cos 에 넘겨줄 각도 (radian)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get_angles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angles =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/ tf.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pow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10000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* (i //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)) / tf.cast(d_model, tf.float32))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position * angles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positional_encoding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position, d_model =&gt; angle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angle_rads =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.get_angles(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position=tf.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(position, dtype=tf.float32)[:, tf.newaxis],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shape: (position, 1)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i=tf.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(d_model, dtype=tf.float32)[tf.newaxis, :],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shape: (1, d_model)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d_model=d_model)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angle_rads 는 get_angle() 내에서 (position, 1) * (1, d_model) =&gt; (position, d_model) 형태결과(브로드 캐스팅) 리턴받음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만약 position=50, d_model=512 라면 angle_rads 의 shape 는 (50, 512)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각 원소는 특정 위치 (position) 와 차원 인텍스(i) 에 대한 파형(주파수?) 기반의 라디언값이 되는겁니다.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배열의 짝수 인덱스(2i)에는 사인 함수 적용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sines = tf.math.sin(angle_rads[:,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배열의 홀수 인덱스(2i+1)에는 코사인 함수 적용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cosines = tf.math.cos(angle_rads[:,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angle_rads 를 sin 과 cos 값으로 채움.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angle_rads = np.zeros(angle_rads.shape)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angle_rads[:,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 = sines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angle_rads[:,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 = cosines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pos_encoding = tf.constant(angle_rads)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pos_encoding = pos_encoding[tf.newaxis, ...]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(pos_encoding.shape)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tf.cast(pos_encoding, tf.float32)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call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inputs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inputs +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.pos_encoding[:, :tf.shape(inputs)[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], :]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108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20. 학습률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학습률 스케줄러(Learning rate Scheduler)는 미리 학습 일정을 정해두고 그 일정에 따라 학습률이 조정되는 방법입니다.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트랜스포머의 경우 사용자가 정한 단계까지는 학습률을 증가시켰다가 단계에 이르면 학습률을 점차적으로 떨어트리는 방식을 사용합니다.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좀 더 구체적으로 봅시다. step_num(단계)이란 옵티마이저가 매개변수를 업데이트 하는 한 번의 진행 횟수를 의미합니다.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트랜스포머에서는 warmup_steps이라는 변수를 정하고 step_num이 warmup_steps보다 작을 경우는 학습률을 선형적으로 증가 시키고, step_num이 warmup_steps에 도달하게 되면 학습률을 step_num의 역제곱근에 따라서 감소시킵니다.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이를 식으로 표현하면 아래와 같습니다. warmup_steps의 값으로는 4,000을 사용하였습니다.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$$lrate = d^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{-0.5}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{model}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\times min(\text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{step_num}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{-0.5}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{step_num}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\times \text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{warmup_steps}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{-1.5}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)$$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7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d_model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warmup_steps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4000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super(CustomSchedule,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.d_model = d_model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.d_model = tf.cast(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.d_model, tf.float32)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.warmup_steps = warmup_steps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__call__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step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step = tf.cast(step, tf.float32)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arg1 = tf.math.rsqrt(step)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arg2 = step * 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.warmup_steps**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-1.5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tf.math.rsqrt(</a:t>
            </a:r>
            <a:r>
              <a:rPr lang="ko" sz="1500">
                <a:solidFill>
                  <a:srgbClr val="00108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.d_model) * tf.math.minimum(arg1, arg2)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학습률의 변화를 시각화해봅시다.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sample_learning_rate = CustomSchedule(d_model=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128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plt.plot(sample_learning_rate(tf.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200000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dtype=tf.float32)))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plt.ylabel(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"Learning Rate"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plt.xlabel(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"Train Step"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■ 트랜스포머를 이용한 한국어 챗봇(Transformer Chatbot Tutorial)</a:t>
            </a:r>
            <a:endParaRPr sz="1500">
              <a:solidFill>
                <a:srgbClr val="0000FF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앞서 구현한 트랜스포머 코드를 사용하여 일상 대화 챗봇을 구현합니다.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이번 실습은 바로 이전의 트랜스포머 실습 코드를 모두 실행하였다고 가정하므로 이전 트랜스포머 실습을 진행 후에 이어서 진행해야 합니다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3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pd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np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plt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re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urllib.request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time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tensorflow_datasets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tfds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## !!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tensorflow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tf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챗봇 데이터를 로드하여 상위 5개의 샘플을 출력해봅시다.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urllib.request.urlretrieve(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"https://raw.githubusercontent.com/songys/Chatbot_data/master/ChatbotData.csv"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filename=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"ChatBotData.csv"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train_data = pd.read_csv(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'ChatBotData.csv'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train_data.head()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이번 예제에서는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토큰화를 위해 형태소 분석기를 사용하지 않겠습니다.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대신, 학습기반의 토크나이저를 사용할 겁니다.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구두점 처리 : 제거 하지 말고,  구두점 앞에 공백을 추가하여 다른 문자들과 구분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'12시 땡!' -&gt; '12시 땡 !'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정규표현식으로 가능!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questions = []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sentence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train_data[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'Q'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구두점에 대해서 띄어쓰기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ex) 12시 땡! -&gt; 12시 땡 !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sentence = re.sub(r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"([?.!,])"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 \1 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sentence)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sentence = sentence.strip()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questions.append(sentence)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4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answers = []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sentence 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train_data[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'A'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]: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구두점에 대해서 띄어쓰기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ex) 12시 땡! -&gt; 12시 땡 !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sentence = re.sub(r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"([?.!,])"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r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" \1 "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sentence)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sentence = sentence.strip()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  answers.append(sentence)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'시작 토큰 번호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,START_TOKEN)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'종료 토큰 번호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,END_TOKEN)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'단어 집합의 크기 :'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,VOCAB_SIZE)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