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971dabb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971dabb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971dabbb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971dabbb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971dabbb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971dabbb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971dabbb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971dabbb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971dabbb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971dabbb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971dabbb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971dabbb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971dabbb2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971dabbb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971dabbb2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971dabbb2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971dabbb2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971dabbb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971dabbb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971dabbb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971dabbb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971dabbb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971dabbb2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971dabbb2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971dabbb2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971dabbb2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971dabbb2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971dabbb2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971dabbb2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6971dabbb2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971dabbb2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6971dabbb2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971dabbb2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6971dabbb2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971dabbb2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971dabbb2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971dabbb2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6971dabbb2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971dabbb2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6971dabbb2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971dabbb2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6971dabbb2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971dabbb2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6971dabbb2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971dabbb2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6971dabbb2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971dabbb2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6971dabbb2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6971dabbb2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6971dabbb2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6971dabbb2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6971dabbb2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971dabbb2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971dabbb2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971dabbb2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6971dabbb2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971dabbb2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6971dabbb2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971dabbb2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971dabbb2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6971dabbb2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6971dabbb2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6971dabbb2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6971dabbb2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971dabbb2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6971dabbb2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6971dabbb2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6971dabbb2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971dabbb2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6971dabbb2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6971dabbb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6971dabbb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6971dabbb2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6971dabbb2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6971dabbb2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6971dabbb2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6971dabbb2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6971dabbb2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RAG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Retrieval Augmented Generation (검색증강생성)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0" y="0"/>
            <a:ext cx="30000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아래와 같이 파일들을 준비합니다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구글드라이브 사용자는 자신의 구글드라이브 공간에 생성해두시길 바랍니다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출처는  조지오웰의 소설 '1984' Part1 Chapter1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http://www.george-orwell.org/1984/0.html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너무 길거나, 너무 짧지 않으면 좋습니다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파일이 너무 길면 나중에 임베딩 과정에서 비용지출이 발생.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0" y="0"/>
            <a:ext cx="30000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## Retrieve 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https://python.langchain.com/v0.1/docs/modules/data_connection/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![](https://python.langchain.com/v0.1/assets/images/data_connection-95ff2033a8faa5f3ba41376c0f6dd32a.jpg)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0" y="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RAG 의 첫번째 단계인 Retrieval 의 일반적인 과정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- data source 에서 데이터 load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- 데이터는 split 하면서 transform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- transform 한 데이터를 embed.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- embed 된 데이터를 store 에 저장.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/>
        </p:nvSpPr>
        <p:spPr>
          <a:xfrm>
            <a:off x="0" y="0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랭체인에서 제공하는 다양한 document loader 들이 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CSV, File Directory, HTML, JSON, Markdown, PDF 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※그 밖에서도 3rd party loader 들도 있다.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/>
        </p:nvSpPr>
        <p:spPr>
          <a:xfrm>
            <a:off x="0" y="0"/>
            <a:ext cx="3000000" cy="4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Data Loader 는 소스에서 데이터를 추출하고 langchain 에 가져다 주는 코드다.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정말 많은 document loader source 들이 제공된다. (함 보자 ↓)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https://python.langchain.com/docs/integrations/document_loaders/#all-document-loaders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GitHub, Figma, Facebook Caht, MS power point, slack, telegram, trello, Twitter 등..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전부다 랭체인에서 활용해볼수 있다는 것이다.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다양한 Data Loader 이지만 거의 동일한 API 인터페이스로 설계되어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None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/>
        </p:nvSpPr>
        <p:spPr>
          <a:xfrm>
            <a:off x="0" y="0"/>
            <a:ext cx="30000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v0.3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langchain_community.document_loaders.text import TextLoader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https://python.langchain.com/api_reference/community/document_loaders/langchain_community.document_loaders.text.TextLoader.html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Load text file.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/>
        </p:nvSpPr>
        <p:spPr>
          <a:xfrm>
            <a:off x="0" y="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↓ List[Document] 객체 리턴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[Document(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metadata={..},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page_content="...",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)]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/>
        </p:nvSpPr>
        <p:spPr>
          <a:xfrm>
            <a:off x="0" y="0"/>
            <a:ext cx="3000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v0.3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langchain_community.document_loaders.pdf import PyPDFLoader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https://python.langchain.com/api_reference/community/document_loaders/langchain_community.document_loaders.pdf.PyPDFLoader.html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PyPDFLoader document loader integration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/>
        </p:nvSpPr>
        <p:spPr>
          <a:xfrm>
            <a:off x="0" y="0"/>
            <a:ext cx="3000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v0.3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langchain_community.document_loaders.unstructured import UnstructuredFileLoader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https://python.langchain.com/api_reference/community/document_loaders/langchain_community.document_loaders.unstructured.UnstructuredFileLoader.html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/>
        </p:nvSpPr>
        <p:spPr>
          <a:xfrm>
            <a:off x="0" y="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loader.load() 의 리턴값을 보면 'Document로 이루어진 list' 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지금의 경우는 전체 챕터가 '하나의 Document' 에 들어가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/>
        </p:nvSpPr>
        <p:spPr>
          <a:xfrm>
            <a:off x="0" y="0"/>
            <a:ext cx="30000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TextSplitter 계층도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BaseDocumentTransformer --&gt; TextSplitter --&gt; &lt;name&gt;TextSplitter  # Example: CharacterTextSplitter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                             RecursiveCharacterTextSplitter --&gt;  &lt;name&gt;TextSplitter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https://python.langchain.com/api_reference/text_splitters/index.html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None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/>
        </p:nvSpPr>
        <p:spPr>
          <a:xfrm>
            <a:off x="0" y="0"/>
            <a:ext cx="30000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v0.3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langchain_text_splitters.character import RecursiveCharacterTextSplitter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https://python.langchain.com/api_reference/text_splitters/character/langchain_text_splitters.character.RecursiveCharacterTextSplitter.html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Splitting text by recursively look at characters.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Recursively tries to split by different characters to find one that works.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Create a new TextSplitter.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/>
        </p:nvSpPr>
        <p:spPr>
          <a:xfrm>
            <a:off x="0" y="0"/>
            <a:ext cx="3000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RecursiveCharacterTextSplitter 는 파일을 split 해주는데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문장의 끝이나, 문단의 끝부분마다 끊어준다.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문장 중간을 끊지는 않는다.  최대한 문장 중간에서 split 되지 않도록 하려 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문장 중간에 짤림으로 의미있는 문장들을 잃고 싶지 않다.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↓ splitter 사용방법은 두가지 가 있다.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/>
        </p:nvSpPr>
        <p:spPr>
          <a:xfrm>
            <a:off x="0" y="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좀 더 작은 Document 를 만들 필요가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Context Window 가 크지 않은 경우라든지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chunk_size= 값으로 조정해보자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/>
        </p:nvSpPr>
        <p:spPr>
          <a:xfrm>
            <a:off x="0" y="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documents = loader.load_and_split(text_splitter=splitter)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print(len(documents))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/>
        </p:nvSpPr>
        <p:spPr>
          <a:xfrm>
            <a:off x="0" y="0"/>
            <a:ext cx="3000000" cy="6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↑ 보다시피 Document 한 덩어리가 작아진 걸 확인할수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그러나 자세히 보라!  문제가 발생했다! =&gt; 문단의 중간을 잘라버렸다.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아런식으로 잘라먹으면 그닥 쓸만하지 않다. &lt;- 문장을 파괴해버린셈이다. (의미상 말이 안되는 문장들이 나온다)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작은 덩어리이면서도 중간을 잘라먹지 않는 방법은 없을까?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=&gt; chunk_overlap=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이 속성은 문장이나 문단을 분할할 때 앞 조각 일부분을 가져오게 만든다.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앞 조각의 끝부분을 조금 가져와서 다음 조각에 연결시키는 거다.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이 경우 Document 사이ㅐ에는 곂치는 부분이 생길수 있다. (중복된 부분)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어떤 Document 의 끝부분이 다른 Document 의 시작점이 되는 거다.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None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/>
          <p:nvPr/>
        </p:nvSpPr>
        <p:spPr>
          <a:xfrm>
            <a:off x="0" y="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↑ Document 간에 겹치는 부분이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앞 Document 의 뒷부분을 가져다가 다음 Document 의 앞에 넣었다.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이렇게 하므로 문장의 (의미적) 구조를 해치지 않도록 split 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/>
        </p:nvSpPr>
        <p:spPr>
          <a:xfrm>
            <a:off x="0" y="0"/>
            <a:ext cx="30000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v0.3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langchain_text_splitters.character import CharacterTextSplitter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https://python.langchain.com/api_reference/text_splitters/character/langchain_text_splitters.character.CharacterTextSplitter.html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Splitting text that looks at characters.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Create a new TextSplitter.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/>
        </p:nvSpPr>
        <p:spPr>
          <a:xfrm>
            <a:off x="0" y="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CharacterTextSplitter 도 동작방식은 비슷하다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separator=  : 특정 문자열 찾은 다음 이를 기준으로 분할한다.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 txBox="1"/>
          <p:nvPr/>
        </p:nvSpPr>
        <p:spPr>
          <a:xfrm>
            <a:off x="0" y="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documents = loader.load_and_split(text_splitter=splitter)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print(len(documents))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for document in documents[0:5]: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print('🔷', document.page_content)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4"/>
          <p:cNvSpPr txBox="1"/>
          <p:nvPr/>
        </p:nvSpPr>
        <p:spPr>
          <a:xfrm>
            <a:off x="0" y="0"/>
            <a:ext cx="30000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기본적으로 모든 splitter 들은 텍스트의 length 를 계산해서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한 덩어리(chunk) 의 크기를 알아낸다.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 작업에는 파이썬 표준 라이브러리가 지원하는 표준 len() 함수를 사용한다. (디폴트)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Splitter 에는 length 를 계산하는 함수를 제공해줄수도 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바로 length_function= 속성이다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None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5"/>
          <p:cNvSpPr txBox="1"/>
          <p:nvPr/>
        </p:nvSpPr>
        <p:spPr>
          <a:xfrm>
            <a:off x="0" y="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OpenAI 에서의 token 예시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https://platform.openai.com/tokenizer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↓ model 의 관점에서, 몇개의 token 을 사용하는지 확인해 볼수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None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0" y="0"/>
            <a:ext cx="30000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tiktoken 은 OpenAI 에 의해 만들어진거다.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https://github.com/openai/tiktoken   &lt;- 아까 위의 Tokenizer 페이지 하단에 보면 이 링크가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아래의 from_tiktoken_encoder() 을 사용하면 tiktoken 패키지가 동작하는 것이다.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7"/>
          <p:cNvSpPr txBox="1"/>
          <p:nvPr/>
        </p:nvSpPr>
        <p:spPr>
          <a:xfrm>
            <a:off x="0" y="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documents = loader.load_and_split(text_splitter=splitter)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print(f'💚 {len(documents)} 개')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for document in documents[0:5]: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print('🔷', document.page_content)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8"/>
          <p:cNvSpPr txBox="1"/>
          <p:nvPr/>
        </p:nvSpPr>
        <p:spPr>
          <a:xfrm>
            <a:off x="0" y="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https://python.langchain.com/v0.1/docs/modules/data_connection/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![](https://python.langchain.com/v0.1/assets/images/data_connection-95ff2033a8faa5f3ba41376c0f6dd32a.jpg)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9"/>
          <p:cNvSpPr txBox="1"/>
          <p:nvPr/>
        </p:nvSpPr>
        <p:spPr>
          <a:xfrm>
            <a:off x="0" y="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Embedding 은 사람이 읽는 텍스트를 컴퓨터가 이해(연산)할 수 있는 숫자들로 변환하는 작업이다.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우리가 만든 Document 마다 각각의 벡터를 만들어 주게 될겁니다.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OpenAI 는 크기가 최소 1000차원 이상!의 벡터를 제공해준다.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0"/>
          <p:cNvSpPr txBox="1"/>
          <p:nvPr/>
        </p:nvSpPr>
        <p:spPr>
          <a:xfrm>
            <a:off x="0" y="0"/>
            <a:ext cx="3000000" cy="79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3개의 차원을 정의해보자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첫번째 차원을 Masculinity (남성성)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두번째 차원을 Femininity (여성성)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세번째 차원을 Royalty (왕족스러움)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이제 특정 단어에 대한 차원 값(점수)를 줘보자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Masculinity | Femininity  | Royalty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king  | 0.9         | 0.1         | 1.0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queen | 0.1         | 0.9         | 1.0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man   | 0.9         | 0.1         | 0.0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woman | 0.1         | 0.9         | 0.0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이렇게 3차원 벡터에 점수를 매겨 보았다.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단어를 이렇게 벡터로 점수를 매기면 연산을 할수 있게 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king - man &lt;- 이런거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king - man = 0.0    |  0.0       | 1.0 ==&gt; 이러면 'royal' 이 되겠네요 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royal + woman = 0.1  | 0.9 | 1.0 ==&gt; 이러면 'queen' 이 되겠네요.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단어를 숫자화(벡터화) 하니까 의미에 대한 연산이 가능해진다.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1"/>
          <p:cNvSpPr txBox="1"/>
          <p:nvPr/>
        </p:nvSpPr>
        <p:spPr>
          <a:xfrm>
            <a:off x="0" y="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![](https://miro.medium.com/v2/resize:fit:2000/1*SYiW1MUZul1NvL1kc1RxwQ.png)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2"/>
          <p:cNvSpPr txBox="1"/>
          <p:nvPr/>
        </p:nvSpPr>
        <p:spPr>
          <a:xfrm>
            <a:off x="0" y="0"/>
            <a:ext cx="3000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단어를 입력하면 비슷한 벡터를 가진 단어들을 보여주는 곳. (word2vec)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https://turbomaze.github.io/word2vecjson/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None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3"/>
          <p:cNvSpPr txBox="1"/>
          <p:nvPr/>
        </p:nvSpPr>
        <p:spPr>
          <a:xfrm>
            <a:off x="0" y="0"/>
            <a:ext cx="30000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langchain_openai.embeddings.base import OpenAIEmbeddings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https://python.langchain.com/api_reference/openai/embeddings/langchain_openai.embeddings.base.OpenAIEmbeddings.html#langchain_openai.embeddings.base.OpenAIEmbeddings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OpenAI embedding models.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4"/>
          <p:cNvSpPr txBox="1"/>
          <p:nvPr/>
        </p:nvSpPr>
        <p:spPr>
          <a:xfrm>
            <a:off x="0" y="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OpenAIEmbeddings 를 통해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embed_documents()  &lt;- 문서를 embed 하는것 뿐만 아니라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embed_query()      &lt;- query 도 embed 하는 것이 가능하다.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None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5"/>
          <p:cNvSpPr txBox="1"/>
          <p:nvPr/>
        </p:nvSpPr>
        <p:spPr>
          <a:xfrm>
            <a:off x="0" y="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"hi",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"how are you",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"good to mett you",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6"/>
          <p:cNvSpPr txBox="1"/>
          <p:nvPr/>
        </p:nvSpPr>
        <p:spPr>
          <a:xfrm>
            <a:off x="0" y="0"/>
            <a:ext cx="30000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이제 실제 우리 문서를 embed 해보자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직접 embed_documents() 를 호출하진 않을거다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코드를 실행할때마다 '매번' 문서 embedding 을 반복해서 수행하는건 매우 비효율적이다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=&gt; 시간 소요 + ㄴ또한 비용 지출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대신! 그 embeded 된 결과들을 '저장'해 줄겁니다.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LangChain 은 embedding 한것들을 캐싱하는 기능을 제공해준다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Document는 이와 같이 한번만 embedding 해주는게 좋다. (Document 가 변경되지 않는한.)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None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7"/>
          <p:cNvSpPr txBox="1"/>
          <p:nvPr/>
        </p:nvSpPr>
        <p:spPr>
          <a:xfrm>
            <a:off x="0" y="0"/>
            <a:ext cx="30000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v0.3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langchain_community.vectorstores.chroma import Chroma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https://python.langchain.com/api_reference/community/vectorstores/langchain_community.vectorstores.chroma.Chroma.html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https://python.langchain.com/docs/integrations/vectorstores/chroma/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ChromaDB vector store.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To use, you should have the chromadb python package installed.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8"/>
          <p:cNvSpPr txBox="1"/>
          <p:nvPr/>
        </p:nvSpPr>
        <p:spPr>
          <a:xfrm>
            <a:off x="0" y="0"/>
            <a:ext cx="30000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↓이 ChromaDB 에 'split 된 문서' 와 'OpenAI embedding model' 을 전달해야 한다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OpenAIEmbeddings 의 옵션에 model= 이 있다. 여기에 원하는 모델 지정가능 (지정안하면 default 동작)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★ embedding 모델을 사용하는것도 비용이 발생한다!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참고) OpenAI 사에서 제공하는 embedding 모델 정보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https://platform.openai.com/docs/guides/embeddings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2025.1 현재 : text-embedding-3-small 과 text-embedding-3-large 이 최신 임베딩모델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9"/>
          <p:cNvSpPr txBox="1"/>
          <p:nvPr/>
        </p:nvSpPr>
        <p:spPr>
          <a:xfrm>
            <a:off x="0" y="0"/>
            <a:ext cx="30000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v0.3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langchain.embeddings.cache import CacheBackedEmbeddings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https://python.langchain.com/api_reference/langchain/embeddings/langchain.embeddings.cache.CacheBackedEmbeddings.html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Interface for caching results from embedding models.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The interface allows works with any store that implements the abstract store interface accepting keys of type str and values of list of floats.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0"/>
          <p:cNvSpPr txBox="1"/>
          <p:nvPr/>
        </p:nvSpPr>
        <p:spPr>
          <a:xfrm>
            <a:off x="0" y="0"/>
            <a:ext cx="30000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v0.3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langchain.storage.file_system import LocalFileStore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https://python.langchain.com/api_reference/langchain/storage/langchain.storage.file_system.LocalFileStore.html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BaseStore interface that works on the local file system.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1"/>
          <p:cNvSpPr txBox="1"/>
          <p:nvPr/>
        </p:nvSpPr>
        <p:spPr>
          <a:xfrm>
            <a:off x="0" y="0"/>
            <a:ext cx="30000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↑ 이렇게 하면,  다음에 Chroma.from_documents() 를 호출할때는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OpenAIEmbeddings 대신에 미리 cache 되어 있듣 embeddings 를 전달할거다.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위코드를 실행하여 우리가 또 파일 embedding 작업을 할때는,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1.첫번째로!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캐시에 embeddings 가 이미 존재하는지 확인할거다.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2.만약 없다면!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 vector store(Chroma.from_documents) 를 호출할 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문서들(docs) 과 함께 OpenAIEmbeddings 를 사용할거다.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2"/>
          <p:cNvSpPr txBox="1"/>
          <p:nvPr/>
        </p:nvSpPr>
        <p:spPr>
          <a:xfrm>
            <a:off x="0" y="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results = vectorstore.similarity_search("where does winston live")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results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