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5e10dbedb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5e10dbed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e10dbedb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5e10dbedb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e10dbedb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e10dbedb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e10dbedb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e10dbedb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e10dbedb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e10dbedb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e10dbedb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e10dbedb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5e10dbedb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5e10dbedb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0"/>
            <a:ext cx="3000000" cy="9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tf.GradientTape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  https://www.tensorflow.org/api_docs/python/tf/GradientTape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  Record operations for automatic differentiation.  (자동미분)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  텐서플로는 자동 미분(주어진 입력 변수에 대한 연산의 그래디언트(gradient)를 계산하는 것)을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  위한 tf.GradientTape API를 제공합니다.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  tf.GradientTape는 컨텍스트(context) 안에서 실행된 모든 연산을 테이프(tape)에 "기록"합니다.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  그 다음 텐서플로는 후진 방식 자동 미분(reverse mode differentiation)을 사용해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  테이프에 "기록된" 연산의 그래디언트를 계산합니다.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tape.gradient(target, sources)를 통해,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    target: 미분 대상 (예: 손실 함수)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    sources: 미분할 변수들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30000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'[Epoch: {:&gt;4}] loss = {:&gt;.9}'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ko" sz="1500">
                <a:solidFill>
                  <a:srgbClr val="6A522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format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(epoch + 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epoch_loss))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0" y="0"/>
            <a:ext cx="30000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text =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'오늘도 좋은 하루!'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sent =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'&lt;usr&gt;'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+ text +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'&lt;sys&gt;'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0" y="0"/>
            <a:ext cx="30000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8000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# &lt;/s&gt;&lt;usr&gt; 오늘도 좋은 하루!&lt;sys&gt; 오늘도 좋은 하루네요.&lt;/s&gt;</a:t>
            </a:r>
            <a:endParaRPr sz="1500">
              <a:solidFill>
                <a:srgbClr val="0080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/>
        </p:nvSpPr>
        <p:spPr>
          <a:xfrm>
            <a:off x="0" y="0"/>
            <a:ext cx="3000000" cy="56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sent =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'&lt;usr&gt;'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+ user_text +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'&lt;sys&gt;'</a:t>
            </a:r>
            <a:endParaRPr sz="1500">
              <a:solidFill>
                <a:srgbClr val="A31515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input_ids = [tokenizer.bos_token_id] + tokenizer.encode(sent)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input_ids = tf.convert_to_tensor([input_ids])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output = model.generate(input_ids, max_length=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do_sample=</a:t>
            </a:r>
            <a:r>
              <a:rPr lang="ko" sz="1500">
                <a:solidFill>
                  <a:srgbClr val="0000FF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top_k=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sentence = tokenizer.decode(output[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].numpy().tolist())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chatbot_response = sentence.split(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'&lt;sys&gt; 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)[</a:t>
            </a:r>
            <a:r>
              <a:rPr lang="ko" sz="1500">
                <a:solidFill>
                  <a:srgbClr val="11664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].replace(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'&lt;/s&gt;'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500">
                <a:solidFill>
                  <a:srgbClr val="A31515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''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500">
                <a:solidFill>
                  <a:srgbClr val="9723B4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ko" sz="1500">
                <a:solidFill>
                  <a:schemeClr val="dk1"/>
                </a:solidFill>
                <a:highlight>
                  <a:srgbClr val="F7F7F7"/>
                </a:highlight>
                <a:latin typeface="Consolas"/>
                <a:ea typeface="Consolas"/>
                <a:cs typeface="Consolas"/>
                <a:sym typeface="Consolas"/>
              </a:rPr>
              <a:t> chatbot_response</a:t>
            </a:r>
            <a:endParaRPr sz="1500">
              <a:solidFill>
                <a:schemeClr val="dk1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0" y="0"/>
            <a:ext cx="3000000" cy="24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2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os</a:t>
            </a:r>
            <a:endParaRPr sz="12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0000FF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2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sys</a:t>
            </a:r>
            <a:endParaRPr sz="12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ko" sz="12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'💙'</a:t>
            </a:r>
            <a:r>
              <a:rPr lang="ko" sz="12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2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'hello python'</a:t>
            </a:r>
            <a:r>
              <a:rPr lang="ko" sz="12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50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ko" sz="12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'🧡'</a:t>
            </a:r>
            <a:r>
              <a:rPr lang="ko" sz="12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os.getcwd()) </a:t>
            </a:r>
            <a:r>
              <a:rPr lang="ko" sz="12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현재 작업경로 확인</a:t>
            </a:r>
            <a:endParaRPr sz="12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ko" sz="12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'💛'</a:t>
            </a:r>
            <a:r>
              <a:rPr lang="ko" sz="12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sys.version) </a:t>
            </a:r>
            <a:r>
              <a:rPr lang="ko" sz="12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파이썬 인터프리터 버젼 확인</a:t>
            </a:r>
            <a:endParaRPr sz="12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ko" sz="1250">
                <a:solidFill>
                  <a:srgbClr val="A31515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'💚'</a:t>
            </a:r>
            <a:r>
              <a:rPr lang="ko" sz="125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, sys.path)  </a:t>
            </a:r>
            <a:r>
              <a:rPr lang="ko" sz="1250">
                <a:solidFill>
                  <a:srgbClr val="008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# 인터프리터 경로 확인</a:t>
            </a:r>
            <a:endParaRPr sz="1250">
              <a:solidFill>
                <a:srgbClr val="008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/>
        </p:nvSpPr>
        <p:spPr>
          <a:xfrm>
            <a:off x="0" y="0"/>
            <a:ext cx="3000000" cy="564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확인용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제대로 import 여부 + version 체크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sys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print(sys.version)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streamlit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'streamlit'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st.__version__)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'langchain'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langchain.__version__)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langchain_core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'langchain_core'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langchain_core.__version__)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langchain_core.messages.human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HumanMessage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langchain_core.messages.system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SystemMessage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langchain_core.messages.ai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AIMessage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langchain_core.callbacks.base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BaseCallbackHandler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langchain_core.callbacks.streaming_stdout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StreamingStdOutCallbackHandler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langchain_core.prompts.prompt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PromptTemplate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langchain_core.prompts.chat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ChatPromptTemplate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langchain_core.prompts.chat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ChatMessagePromptTemplate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langchain_core.prompts.chat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MessagesPlaceholder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langchain_core.output_parsers.base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BaseOutputParser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langchain_core.output_parsers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StrOutputParser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langchain_core.prompts.few_shot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FewShotPromptTemplate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langchain_core.prompts.few_shot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FewShotChatMessagePromptTemplate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langchain_core.example_selectors.length_based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LengthBasedExampleSelector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langchain_core.example_selectors.base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BaseExampleSelector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langchain_core.prompts.loading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load_prompt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langchain_core.prompts.pipeline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PipelinePromptTemplate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langchain_core.globals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set_llm_cache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langchain_core.caches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InMemoryCache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langchain_core.globals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set_debug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langchain_core.runnables.base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Runnable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langchain_core.runnables.passthrough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RunnablePassthrough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langchain_core.runnables.base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RunnableLambda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langchain_core.tools.base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BaseTool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langchain_core.tools.simple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Tool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langchain_core.tools.structured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StructuredTool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langchain_community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langchain_community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"langchain_community"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langchain_community.__version__)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langchain_community.cache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SQLiteCache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langchain_community.llms.loading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load_llm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langchain_community.document_loaders.text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TextLoader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langchain_community.document_loaders.pdf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PyPDFLoader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langchain_community.document_loaders.unstructured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UnstructuredFileLoader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langchain_community.document_loaders.chromium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AsyncChromiumLoader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langchain_community.document_loaders.sitemap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SitemapLoader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USER_AGENT environment variable not set, consider setting it to identify your requests.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langchain_community.document_loaders.csv_loader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CSVLoader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langchain_community.document_transformers.html2text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Html2TextTransformer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langchain_community.vectorstores.chroma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Chroma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langchain_community.vectorstores.faiss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FAISS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langchain_community.retrievers.wikipedia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WikipediaRetriever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langchain_community.utilities.duckduckgo_search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DuckDuckGoSearchAPIWrapper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langchain_community.utilities.sql_database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SQLDatabase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langchain_community.agent_toolkits.sql.base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create_sql_agent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langchain_community.agent_toolkits.sql.toolkit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SQLDatabaseToolkit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langchain_unstructured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"langchain_unstructured"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langchain_unstructured.__version__)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langchain_unstructured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UnstructuredLoader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langchain_openai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'langchain_openai'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langchain_openai.__all__)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langchain_openai.chat_models.base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ChatOpenAI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langchain_openai.llms.base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OpenAI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langchain_openai.embeddings.base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OpenAIEmbeddings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lanchain.memory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대부분 0.3.1 부터 deprecated 됨. LangGraph 로의 사용을 권하고 있슴.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langchain.memory.buffer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ConversationBufferMemory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langchain.memory.buffer_window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ConversationBufferWindowMemory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langchain.memory.summary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ConversationSummaryMemory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langchain.memory.summary_buffer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ConversationSummaryBufferMemory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langchain_community.memory.kg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ConversationKGMemory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langchain.chains.llm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LLMChain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langchain.chains.retrieval_qa.base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RetrievalQA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langchain.embeddings.cache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CacheBackedEmbeddings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langchain.storage.file_system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LocalFileStore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langchain_community.llms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GPT4All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langchain_text_splitters.character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RecursiveCharacterTextSplitter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langchain_text_splitters.character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CharacterTextSplitter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langchain_huggingface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'langchain_huggingface'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langchain_huggingface.__all__)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langchain_huggingface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HuggingFaceEndpoint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langchain_huggingface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HuggingFacePipeline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tiktoken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'tiktoken'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tiktoken.__version__)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langchain_ollama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'langchain_ollama'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langchain_ollama.__version__)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langchain_ollama.chat_models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ChatOllama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langchain_ollama.embeddings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OllamaEmbeddings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langchain.agents.initialize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initialize_agent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langchain.agents.agent_types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AgentType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langchain_core.tools.simple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Tool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langchain_core.tools.base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BaseTool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12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pydantic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BaseModel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13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fastapi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'fastapi'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fastapi.__version__)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pinecone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'pinecone'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pinecone.__version__)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langchain_pinecone.vectorstores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PineconeVectorStore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/>
        </p:nvSpPr>
        <p:spPr>
          <a:xfrm>
            <a:off x="0" y="0"/>
            <a:ext cx="30000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pip install ipython jupyter openai langchain streamlit langchain-openai langchain-community python-dotenv langchain-unstructured langchain_anthropic pypdf langchain-unstructured unstructured langchain-unstructured "unstructured[pdf]" "unstructured[docx]" chromadb faiss-cpu langchain_huggingface gpt4all langchain_ollama wikipedia libmagic playwright beautifulsoup4 asyncio html2text pydub langgraph pydantic duckduckgo-search fastapi "uvicorn[standard]" langchain-pinecone seaborn finance-datareader bitlyshortener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