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bfc2b9b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bfc2b9b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fc2b9bf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bfc2b9bf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Your job is to produce a final summary.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We have provided an existing summary up to a certain point: </a:t>
            </a:r>
            <a:r>
              <a:rPr lang="ko" sz="11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{existing_summary}</a:t>
            </a:r>
            <a:endParaRPr sz="11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We have the opportunity to refine the existing summary (only if needed) with some more context below.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------------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ko" sz="11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{context}</a:t>
            </a:r>
            <a:endParaRPr sz="11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------------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Given the new context, refine the original summary.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If the existing summary does not need to be refined with the additional context provided, return existing summary</a:t>
            </a:r>
            <a:endParaRPr sz="11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"""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 에서 Hugging Face 모델을 실행시키는 방법 두가지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Hugging Face Inference Provider  (구 Inference API)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단! 이는 Private GPT 는 아니다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더 나은 API 를 원할 경우, 'HuggingFace 서버'를 사용(유료) 해야 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HuggingFaceEndPoint (구 HuggingFaceHub)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로컬 컴퓨터에 다운로드 받고 실행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HuggingFacePipeline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curl -X POST http://localhost:11434/api/generate -d "{\"model\": \"mistral\", \"prompt\":\"Here is a story about llamas eatinggrass\"}"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