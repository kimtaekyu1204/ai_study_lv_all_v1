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dc62d8e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dc62d8e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dc62d8e2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dc62d8e2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dc62d8e2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dc62d8e2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dc62d8e2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dc62d8e2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dc62d8e2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dc62d8e2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dc62d8e2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dc62d8e2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dc62d8e2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dc62d8e2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dc62d8e2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dc62d8e2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dc62d8e2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dc62d8e2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dc62d8e2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dc62d8e2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dc62d8e2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dc62d8e2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dc62d8e2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dc62d8e2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dc62d8e2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dc62d8e2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dc62d8e2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dc62d8e2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dc62d8e2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dc62d8e2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dc62d8e2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dc62d8e2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dc62d8e2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dc62d8e2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dc62d8e2e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dc62d8e2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dc62d8e2e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dc62d8e2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dc62d8e2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dc62d8e2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dc62d8e2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dc62d8e2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dc62d8e2e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dc62d8e2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477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[참고] transformer 계열의 사전훈련모델 들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Transformer 계열의 사전훈련 모델들은 자연어 처리(NLP) 및 기타 작업에서 다양한 목적으로 설계된 모델들로, 대표적인 것들은 다음과 같습니다: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**1. BERT 계열 (Bidirectional Encoder Representations from Transformers)**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**BERT (2018, Google)**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양방향으로 문맥을 이해하는 Transformer Encoder 기반의 모델로, Masked Language Model(MLM)과 Next Sentence Prediction(NSP) 방식으로 학습.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예: BERT-base, BERT-large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활용: 텍스트 분류, 질의응답, 문장 관계 판단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**RoBERTa (2019, Facebook)**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BERT의 변형으로, NSP를 제거하고 더 많은 데이터와 긴 학습시간으로 성능 향상.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예: RoBERTa-base, RoBERTa-large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**ALBERT (2019, Google)**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파라미터를 감소시키는 기법(예: Factorized Embedding Parameterization)을 적용해 더 효율적.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활용: 효율적인 파라미터 사용, NLP 태스크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**DistilBERT (2019, Hugging Face)**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BERT를 경량화한 모델로, 계산 비용이 적으면서도 성능 유지.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활용: 실시간 시스템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**2. GPT 계열 (Generative Pre-trained Transformers)**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**GPT (2018, OpenAI)**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순방향 언어 생성을 목표로 하는 Transformer Decoder 기반의 모델.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GPT, GPT-2, GPT-3, GPT-4 등이 점진적으로 발전.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활용: 텍스트 생성, 요약, 번역, 대화형 AI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**ChatGPT (OpenAI)**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GPT-3.5, GPT-4를 기반으로 한 대화 모델.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활용: 대화형 AI, 고객지원, 콘텐츠 생성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**CodeX (OpenAI)**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코딩 특화 GPT 모델로, 코드 생성과 디버깅에 활용.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**3. T5 계열 (Text-to-Text Transfer Transformer)**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**T5 (2019, Google)**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모든 NLP 태스크를 텍스트-텍스트 변환 문제로 통합.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예: T5-small, T5-base, T5-large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활용: 번역, 문장 요약, 질의응답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**mT5 (2021, Google)**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다국어에 특화된 T5 모델.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**Flan-T5 (Google)**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지식 학습을 추가해 정밀도를 높인 버전.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**4. XLNet 계열**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**XLNet (2019, Google/CMU)**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BERT와 GPT의 장점을 결합한 모델로, Auto-Regressive 모델과 Auto-Encoding 모델의 혼합.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활용: 문맥 이해 및 생성 태스크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**5. ELECTRA 계열**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**ELECTRA (2020, Google)**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"Generator-Discriminator" 방식을 사용해 Masked Token 복원 대신, "진짜 또는 가짜" 토큰 판단.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활용: 효율적인 사전학습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**6. 다국어 및 대규모 모델**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**mBERT (Multilingual BERT)**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다국어 처리를 위해 설계된 BERT.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**XLM-R (2020, Facebook)**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RoBERTa를 기반으로 다국어 처리에 최적화.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**LLaMA (2023, Meta)**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연구 중심의 경량화 대규모 모델.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### **7. Vision-Language 및 기타 특화 모델**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**BART (2019, Facebook)**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Seq2Seq 기반으로 문장 생성 및 요약에 강점.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**DALL-E (OpenAI)**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텍스트-이미지 생성 모델.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**CLIP (OpenAI)**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텍스트와 이미지를 함께 학습하여 멀티모달 작업 수행.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**ViT (Vision Transformer, Google)**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Transformer를 컴퓨터 비전에 적용.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위의 모델들은 특정 태스크나 사용 사례에 따라 다양하게 변형되고 응용됩니다.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pandas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pd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np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urllib.request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os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tqdm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tqdm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tensorflow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tf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53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네이버 영화 리뷰 데이터 학습을 위해 훈련 데이터와 테스트 데이터를 다운로드합니다.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urllib.request.urlretrieve(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"https://raw.githubusercontent.com/e9t/nsmc/master/ratings_train.txt"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filename=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"ratings_train.txt"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urllib.request.urlretrieve(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"https://raw.githubusercontent.com/e9t/nsmc/master/ratings_test.txt"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filename=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"ratings_test.txt"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53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assert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(input_id) == max_seq_len,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"Error with input length {} vs {}"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format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(input_id), max_seq_len)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assert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(attention_mask) == max_seq_len,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"Error with attention mask length {} vs {}"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format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(attention_mask), max_seq_len)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assert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(token_type_id) == max_seq_len,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"Error with token type length {} vs {}"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format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(token_type_id), max_seq_len)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30000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attention_masks = np.array(attention_masks, dtype=</a:t>
            </a:r>
            <a:r>
              <a:rPr lang="ko" sz="1500">
                <a:solidFill>
                  <a:srgbClr val="25769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어텐션 마스크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token_type_ids = np.array(token_type_ids, dtype=</a:t>
            </a:r>
            <a:r>
              <a:rPr lang="ko" sz="1500">
                <a:solidFill>
                  <a:srgbClr val="25769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세그먼트 인코딩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data_labels = np.asarray(data_labels, dtype=np.int32)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3000000" cy="30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'어텐션 마스크:'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attention_mask)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'세그먼트 인코딩:'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token_type_id)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'각 인코딩 의 길이:'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(input_id))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'정수 인코딩 복원:'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tokenizer.decode(input_id))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'레이블 :'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,label)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3000000" cy="41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outputs[0] 은 (batch size, 128, 768)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   문장의 길이 개수만큼의 출력.  Many-to-Many 태스크의 경우  outputs[0] 을 사용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outputs[1] 은 (batch size, 768)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   [CLS] 토큰 위치의 출력. Many-to_One 태스크의 경우 outputs[1] 을 사용.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   지금과 같은 영화리뷰 분류 문제는 이에 해당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3000000" cy="79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input_id = tokenizer.encode(new_sentence, max_length=max_seq_len, pad_to_max_length=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padding_count = input_id.count(tokenizer.pad_token_id)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attention_mask = [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 * (max_seq_len - padding_count) + [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 * padding_count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token_type_id = [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 * max_seq_len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input_ids = np.array([input_id])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attention_masks = np.array([attention_mask])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token_type_ids = np.array([token_type_id])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encoded_input = [input_ids, attention_masks, token_type_ids]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0"/>
            <a:ext cx="3000000" cy="30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(score &gt;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0.5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"{:.2f}% 확률로 긍정 리뷰입니다.\n"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format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(score *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"{:.2f}% 확률로 부정 리뷰입니다.\n"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format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- score) *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0" y="0"/>
            <a:ext cx="30000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sentiment_predict(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'보던거라 계속보고있는데 전개도 느리고 주인공인 은희는 한두컷 나오면서 소극적인모습에 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0" y="0"/>
            <a:ext cx="3000000" cy="3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sentiment_predict(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"스토리는 확실히 실망이였지만 배우들 연기력이 대박이였다 특히 이제훈 연기 정말 ... 이 배우들로 이렇게밖에 만들지 못한 영화는 아쉽지만 배우들 연기력과 사운드는 정말 빛났던 영화. 기대하고 극장에서 보면 많이 실망했겠지만 평점보고 기대없이 집에서 편하게 보면 괜찮아요. 이제훈님 연기력은 최고인 것 같습니다"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0" y="0"/>
            <a:ext cx="30000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sentiment_predict(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"남친이 이 영화를 보고 헤어지자고한 영화. 자유롭게 살고 싶다고 한다. 내가 무슨 나비를 잡은 덫마냥 나에겐 다시 보고싶지 않은 영화."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/>
        </p:nvSpPr>
        <p:spPr>
          <a:xfrm>
            <a:off x="0" y="0"/>
            <a:ext cx="30000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sentiment_predict(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"이 영화 존잼입니다 대박"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/>
        </p:nvSpPr>
        <p:spPr>
          <a:xfrm>
            <a:off x="0" y="0"/>
            <a:ext cx="3000000" cy="12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1. ChatGPT의 역사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![](https://wikidocs.net/images/page/184363/gpt0.PNG)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BERT가 트랜스포머의 '인코더'로 설계된 모델이라면,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GPT는 트랜스포머의 '디코더'로 설계된 모델.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Open AI는 2019년에 GPT-1을 공개한 이후로,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2019년 GPT-2, 2020년 GPT-3, 2022년 ChatGPT(GPT 3.5), 2023년에는 GPT-4, 2024년에는 GPT-4o를 공개하며 GPT 시리즈를 발전시켜 왔습니다.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 &amp;nbsp;       | GPT-1     | GPT-2 | GPT-3  | GPT-3.5 | GPT-4 Models |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|--------------|-----------|-------|--------|---------|--------------|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파라미터 개수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1억 1700만개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15억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1,750억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?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1조 8천억(추정)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디코더의 층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12 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48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96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?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?     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처리 가능한 토큰 개수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512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1024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2048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?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128,000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은닉층의 크기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768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1600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12288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?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?          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/>
        </p:nvSpPr>
        <p:spPr>
          <a:xfrm>
            <a:off x="0" y="0"/>
            <a:ext cx="3000000" cy="142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2. 거대 언어 모델(Large Language Model)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언어 모델(Language Model)은 인공 지능 분야에서 컴퓨터가 사람의 언어를 이해하고 생성할 수 있도록 하는 기술입니다.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모델은 대규모의 텍스트 데이터를 통해, 이전 단어들로부터 다음 단어를 예측하는 방식으로 작동합니다.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예를 들어, "아침에 일어나 창문을 열었더니"라는 문장이 주어지면, 언어 모델은 가장 그럴 듯한 다음 단어들을 나열하여 "바람이 상쾌하게 불어왔다"와 같은 이어지는 문장을 예측하는 모델입니다.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언어 모델의 대표적인 예로는 OpenAI의 GPT(Generative Pre-trained Transformer) 시리즈가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많은 입문자들이 착각하는 내용은 언어 모델과 GPT는 동격의 개념이 아니라는 것입니다.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기본적으로 언어 모델은 이전 단어들로부터 다음 단어를 예측하는 생성 모델이고, GPT는 수많은 언어 모델 중 하나입니다.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예를 들어서 구글의 Gemini, 앤트로픽의 Claude, 네이버의 CLOVA X와 같은 모델들도 언어 모델 중 하나일 것입니다.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 중 딥 러닝 언어 모델로서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**파라미터 개수가 충분히 큰 언어 모델**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을 우리는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**거대 언어 모델(Large Language Model)**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이라고 부릅니다.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/>
        </p:nvSpPr>
        <p:spPr>
          <a:xfrm>
            <a:off x="0" y="0"/>
            <a:ext cx="3000000" cy="9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3. GPT의 아키텍처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![](https://wikidocs.net/images/page/184363/gpt2.png)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트랜스포머: (인코더-디코더) 구조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BERT : 인코더-디코더 아키텍처에서 인코더만 분리한 모델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**GPT(디코더 Only)**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: 기본적으로 트랜스포머 디코더로만 구성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GPT는 기본적으로 BERT와는 달리 '이전 단어'들로부터 '다음 단어'를 예측하는 모델 이기 때문에,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다음 단어를 지속적으로 생성할 수 있어 기본적으로 '글쓰기'가 가능한 '생성 모델'입니다.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 디코더 아키텍처를 가지며 다음 단어를 생성하는 이러한 구조는 현재 대부분의 거대 언어 모델이 채택하고 있는 구조이기도 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/>
        </p:nvSpPr>
        <p:spPr>
          <a:xfrm>
            <a:off x="0" y="0"/>
            <a:ext cx="3000000" cy="5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**[↓그림: GPT-2 아키텍처]**</a:t>
            </a:r>
            <a:endParaRPr b="1"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![](https://wikidocs.net/images/page/184363/gpt3.PNG)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위의 GPT-2 아키텍처를 도식화한 그림은 트랜스포머 디코더 층이 이전에 배웠던 초기 트랜스포머 디코더 층과 크게 다르지 않음을 보여줍니다.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이전에 배웠던 트랜스포머에서의 디코더는 인코더가 같이 존재하는 아키텍처였기 때문에 인코더-디코더 어텐션이 존재했는데 여기서는 해당 부분이 제거되었습니다.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/>
        </p:nvSpPr>
        <p:spPr>
          <a:xfrm>
            <a:off x="0" y="0"/>
            <a:ext cx="3000000" cy="12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**[GPT-1, GPT-2, GPT-3 아키텍쳐 비교]**</a:t>
            </a:r>
            <a:endParaRPr b="1"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![](https://wikidocs.net/images/page/184363/gpt.PNG)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사실 GPT-1, GPT-2, GPT-3는 아키텍처 상으로는 큰 차이를 보이지 않습니다.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GPT-1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예컨대, GPT-1은 초기 트랜스포머 디코더에서 인코더-디코더 어텐션이 제거된 아키텍처이고,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GPT-2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GPT-1에서는 층 정규화(Layer Normalization)가 서브층(Sub layer) 다음에 위치한다면, GPT-2는 서브층(Sub layer)의 입력으로 이동되었습니다.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 외에는 초기화 방법이나, 단어 집합의 크기, 토큰 길이의 확장(GPT-1이 512였으나 GPT-2에서 1024로 증가) 정도의 차이를 가집니다.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GPT-3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이는 GPT-2에서 GPT-3로 모델이 다시 한 번 변경되었을 때에도 마찬가지입니다. OpenAI는 GPT-3에서도 특별히 새로운 모델, 아키텍처, 알고리즘을 제안하지 않습니다.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그저 모델이 거대 언어 모델(Large Language Model)이 되면서 새로운 능력들이 발현되기 시작했다는 점이 뚜렷하게 볼 수 있는 차이점입니다.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/>
        </p:nvSpPr>
        <p:spPr>
          <a:xfrm>
            <a:off x="0" y="0"/>
            <a:ext cx="30000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np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random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tensorflow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tf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transformers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AutoTokenizer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transformers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TFGPT2LMHeadModel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/>
        </p:nvSpPr>
        <p:spPr>
          <a:xfrm>
            <a:off x="0" y="0"/>
            <a:ext cx="30000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sent =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'근육이 커지기 위해서는'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input_ids = tokenizer.encode(sent)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/>
        </p:nvSpPr>
        <p:spPr>
          <a:xfrm>
            <a:off x="0" y="0"/>
            <a:ext cx="30000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(tokenizer.bos_token_id)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(tokenizer.eos_token_id)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(tokenizer.pad_token_id)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'-'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(tokenizer.decode(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(tokenizer.decode(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(tokenizer.decode(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(tokenizer.decode(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/>
        </p:nvSpPr>
        <p:spPr>
          <a:xfrm>
            <a:off x="0" y="0"/>
            <a:ext cx="3000000" cy="3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urllib.request.urlretrieve(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"https://raw.githubusercontent.com/songys/Chatbot_data/master/ChatbotData.csv"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filename=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"ChatBotData.csv"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train_data = pd.read_csv(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'ChatBotData.csv'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'챗봇 데이터의 개수 :'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(train_data))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/>
        </p:nvSpPr>
        <p:spPr>
          <a:xfrm>
            <a:off x="0" y="0"/>
            <a:ext cx="3000000" cy="41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get_chat_data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():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question, answer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zip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(train_data.Q.to_list(), train_data.A.to_list()):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bos_token = [tokenizer.bos_token_id]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eos_token = [tokenizer.eos_token_id]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sent = tokenizer.encode(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'&lt;usr&gt;'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+ question +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'&lt;sys&gt;'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+ answer)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yield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bos_token + sent + eos_token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