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80efafc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80efafc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8157a0f6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8157a0f6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8157a0f6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8157a0f6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8157a0f6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8157a0f6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8157a0f6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8157a0f6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8157a0f6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8157a0f6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8157a0f6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8157a0f6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8157a0f6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8157a0f6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8157a0f6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8157a0f6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8157a0f6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8157a0f6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8157a0f6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8157a0f6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8157a0f6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8157a0f6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8157a0f6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8157a0f6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8157a0f6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8157a0f6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8157a0f6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8157a0f6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8157a0f6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8157a0f6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8157a0f6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8157a0f6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8157a0f6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8157a0f6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8157a0f6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8157a0f6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8157a0f6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8157a0f6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8157a0f6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8157a0f6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8157a0f6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8157a0f6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8157a0f6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8157a0f6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인코더 모델 만들고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2. 디코더 모델 만들고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3. 인코더와 디코더 가 연결된 seq2seq 모델을 만들기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24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F00DB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keras.layers </a:t>
            </a:r>
            <a:r>
              <a:rPr lang="ko" sz="1500">
                <a:solidFill>
                  <a:srgbClr val="AF00DB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Embedding, LSTM, Dense, Dropout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F00DB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keras.models </a:t>
            </a:r>
            <a:r>
              <a:rPr lang="ko" sz="1500">
                <a:solidFill>
                  <a:srgbClr val="AF00DB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Model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F00DB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keras.callbacks </a:t>
            </a:r>
            <a:r>
              <a:rPr lang="ko" sz="1500">
                <a:solidFill>
                  <a:srgbClr val="AF00DB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ModelCheckpoint, EarlyStopping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Seq2Seq 모델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![](https://wikidocs.net/images/page/24996/%EC%9D%B8%EC%BD%94%EB%8D%94%EB%94%94%EC%BD%94%EB%8D%94%EB%AA%A8%EB%8D%B8.PNG)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5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↓ results 는 배열로 만들어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단어 하나하나를 예측하여 배열에 담아줄거다.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※ 주의 call() 안에서는 numpy 배열 사용하면 안된다.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내부적으로 graph 가 형성되어야 하기 때문에 TF 의 TensorArray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size=self.time_steps : 한 문장의 최대 길이는 어짜피 MAX_LENGTH 이니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미리 그에 준하는 배열을 준비해둠.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밑에서 results.write() 를 통해 하나하나 추가할거임.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decoder 에 차례대로 토큰 넣고, 결과 내고, 그 결과를 다음 타임스텝에 넣고... 반복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checkpoint_path = os.path.join(out_path,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'seq2seq_chatbot_checkpoint.keras'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checkpoint = ModelCheckpoint(filepath=checkpoint_path,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save_best_only=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monitor=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'loss'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verbose=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500">
              <a:solidFill>
                <a:srgbClr val="116644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4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795E26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make_prediction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question_inputs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training=False : '예측'모드로 동작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results = model(inputs=question_inputs, training=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results 의 인덱스를 문장으로 변환하기 위해 1차원으로 변환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results = np.asarray(results).reshape(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AF00DB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results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나중에 이 리턴값을 문장으로 변형할거다.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`make_question` 함수 정의: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자연어 '입력'을 받아서 '데이터 전처리' 파이프라인 수행 후 전처리 진행하는 함수를 정의합니다.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텍스트 정제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형태소 변환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학습에 사용된 Tokenizer 로 정수 인덱싱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패딩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'Attention' 은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신경망들의 성능을 높이기 위한 메커니즘이자,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이제는 AI 분야에서 대세 모듈로서 사용되고 있는 '트랜스포머'의 기반이 되는 메커니즘입니다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53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Seq2Seq 모델의 문제점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문제점1 : 하나의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**고정 길이 벡터**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에 모든 정보를 압축 → 정보 손실 발생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문제점2 : RNN의 문제점인 기울기 소실 문제 (Vanishing Gradient)가 여전히 발생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+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기계번역 분야에서 입력 문장이 길면 번역 품질이 떨어지는 현상으로 나타남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seq2seq 문제 개선을 위해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**Attention**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Mechanism 고안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입력 시퀀스가 길어지면 출력 시퀀스의 정확도가 떨어지는 것을 보정(개선)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Attention 의 아이디어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Attention Mechanism은 디코더가 출력단어를 예측하는 매 시점(time step)마다 인코더의 '전체 입력 문장'을 다시 한번 참조!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이때 전체 입력 문장을 단순히 (동일 비율로) 참조하는 것이 아니라,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**예측할 단어와 연관이 있는 단어를 집중(Attention)**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해서 참조하게 된다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14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Attention Function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함수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![](https://wikidocs.net/images/page/22893/%EC%BF%BC%EB%A6%AC.PNG)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어텐션을 함수로 표현하면 주로 다음과 같이 표현됩니다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**Attention(Q, K, V) = Attention Value**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Q: Query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K: Key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V: Value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함수는 주어진 '쿼리(Query)'에 대해서 모든 '키(Key)'와의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**유사도**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각각 구합니다.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구해낸 이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**유사도**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키와 맵핑되어있는 각각의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**'값(Value)'에 반영**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해줍니다.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유사도가 반영된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**'값(Value)'을 모두 더해서 리턴**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(편의상)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값(Attention Value)**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이라고 하겠습니다.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지금부터 배우게 되는 Seq2Seq + 어텐션 모델에서 Q, K, V에 해당되는 각각의 Query, Keys, Values는 각각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 = Query : t 시점(타임스텝)의 디코더 셀에서의 은닉 상태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K = Keys : 모든 시점(타임스텝)의 인코더 셀의 은닉 상태들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V = Values : 모든 시점(타임스텝)의 인코더 셀의 은닉 상태들</a:t>
            </a:r>
            <a:endParaRPr sz="1500">
              <a:solidFill>
                <a:srgbClr val="00108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Attention Mechanism 과정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Attention Mechanism 중 가장 기초적이고 수식적으로 이해하기 쉬운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**dot-product attention**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을 통해 배워보겠습니다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4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Attention Mechanism 과정 (단계)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attention score 계산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소프트맥스 함수를 통한 attention distribution 계산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인코더의 어텐션 가중치와 은닉 상태를 가중합하여 어텐션 값 계산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값과 디코더의 t 시점의 은닉 상태를 연결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출력층 연산의 입력이 되는 $\tilde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_t$ 계산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_t$ 를 출력층의 입력으로 사용합니다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15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[전체적인 개요(예시)]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![](https://wikidocs.net/images/page/22893/dotproductattention1_final.PNG)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↑ 위 그림은 디코더의 '세번째 LSTM 셀'에서 출력 단어를 '예측'할 때,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메커니즘을 사용하는 모습을 보여줍니다.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디코더의 첫번째, 두번째 LSTM 셀은 이미 어텐션 메커니즘을 통해 je와 suis를 예측하는 과정을 거쳤다고 가정합니다.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디코더의 세번째 LSTM 셀은 출력 단어를 예측하기 위해서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**인코더의 모든 입력 단어들의 정보를 다시 한번 참고**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하고자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중간 과정에 대한 설명은 현재는 생략, 주목할 것은 인코더의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**소프트맥스 함수**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!!.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소프트맥스 함수를 통해 나온 결과값은 I, am, a, student 단어 각각이 '출력 단어를 예측'할 때 '얼마나 도움'이 되는지의 정도를 수치화한 값.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빨간 직사각형의 크기로 소프트맥스 함수의 결과값의 크기를 표현. 직사각형의 크기가 클 수록 도움이 되는 정도의 크기가 큽니다.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입력 단어가 디코더의 예측에 도움이 되는 정도가 수치화하여 측정되면 이를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**'하나의 정보'**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로 담아서 디코더로 전송됩니다. 그림에서는 초록색 삼각형이 이에 해당됩니다.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결과적으로, 디코더는 출력 단어를 더 정확하게 예측할 확률이 높아진다.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5) 출력층 연산의 입력이 되는 $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_t$ 계산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6) $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_t$ 를 출력층의 입력으로 사용합니다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27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![](https://wikidocs.net/images/page/22893/dotproductattention2_final.PNG)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인코더의 각 시점의 은닉 상태는 $h_n$ 라고 합시다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디코더의 현재 시점 (timestep) t의 디코더 은닉 상태를 $s_t$ 라고 합시다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위 예제에선 인코더의 은닉 상태와 디코더의 은닉상태의 차원이 같다고 가정합니다.  위 그림에선 인코더의 은닉 상태와 디코더의 은닉 상태가 동일하게 차원이 4입니다.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이전의 seq2seq 에서 배웠던 내용!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현재 시점(timestep) t 에서 출력 단어를 예측하기 위해서 디코더의 셀은 두 개의 입력값을 필요로 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이전 시점 t-1의 은닉 상태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이전 시점 t-1에 나온 출력 단어.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그런데 어텐션 메커니즘에서는 출력 단어 예측에 또 다른 값을 필요하다.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바로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값(Attention Value)**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이라는 새로운 값입니다.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t번째 타임스텝의 단어를 예측하기 위한 어텐션 값을 $a_t$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이라고 정의하자.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값**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이 현재 시점 t 에서의 출력 예측에 구체적으로 어떻게 반영되는지는 나중에 설명하고.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지금부터 배우는 모든 과정은 $a_t$ 를 구하기 위한 여정입니다. 그리고 그 여정의 첫 걸음은 바로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스코어(Attention Score)**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구하는 일입니다.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스코어**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란 현재 디코더의 타임스텝 t에서 단어를 예측하기 위해, 인코더의 모든 은닉 상태 각각이 디코더의 현 시점의 은닉 상태 $s_t$ 와 얼마나 유사한지를 판단하는 스코어값입니다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여기서는 dot-product attention 에선 이렇게 계산한다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'$s_t$ 를 전치(transpose)' 하고(결과 $s_t^T$) '각 은닉상태 $h_n$'와 내적(dot product)를 수행합니다.  즉 모든 어텐션 스코어 값은 '스칼라' 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예를 들어 $s_t$ 와 인코더의 $i$번째 은닉상태와 어텐션 스코어의 계산 방법은 아래와 같다.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![](https://wikidocs.net/images/page/22893/i%EB%B2%88%EC%A7%B8%EC%96%B4%ED%85%90%EC%85%98%EC%8A%A4%EC%BD%94%EC%96%B4_final.PNG)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'어텐션 스코어 함수'를 정의해보면 다음과 같다</a:t>
            </a:r>
            <a:r>
              <a:rPr lang="ko" sz="1500">
                <a:solidFill>
                  <a:srgbClr val="800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500">
              <a:solidFill>
                <a:srgbClr val="8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$score(s_t, h_i) = s_t^Th_i$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$s_t$와 인코더의 모든 은닉 상태의 어텐션 스코어의 모음값을 $e^t$ 라고 정의하면 → attention scores = $e^t =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[s_t^Th_1, s_t^Th_2, ... , s_t^Th_n]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13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![](https://wikidocs.net/images/page/22893/dotproductattention3_final.PNG)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$e^t =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[s_t^Th_1, s_t^Th_2, ... , s_t^Th_n$]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에 softmax를 적용해 '각각의 확률값'들을 계산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값들은 합하면 1이 되는 확률분포 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분포(Attention Distribution)**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라고 하고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각각의 값은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**어텐션 가중치(Attention Weight)**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라고 한다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예를 들어 소프트맥스 함수를 적용하여 얻은 출력값인 I, am, a, student의 어텐션 가중치를 각각 0.1, 0.4, 0.1, 0.4라고 합시다. 이들의 합은 1입니다. 위의 그림은 각 인코더의 은닉 상태에서의 어텐션 가중치의 크기를 직사각형의 크기를 통해 시각화하였습니다. 즉, 어텐션 가중치가 클수록 직사각형이 큽니다.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내적이 크다면 확률값이 높아질 것이고, 작다면 확률값이 낮아짐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결국 확률값을 구하는 것은 예측할 단어와 연관이 있는 단어를 찾는 것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디코더의 시점 t 의 가중치 모음값인 어텐션 분포를 $α^t$이라고 하면, 다음과 같은 식이 성립함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 α^t = softmax(e^t) 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9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![](https://wikidocs.net/images/page/22893/dotproductattention4_final.PNG)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이제 지금까지 준비해온 정보들을 하나로 합치는 단계다.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어텐션의 최종 결과값을 얻기 위해서 각 인코더의 은닉 상태와 어텐션 가중치들을 곱하고, 최종적으로 모두 더합니다.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즉! 가중합(Weighted Sum) 을 진행합니다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어텐션의 최종 결과. 즉, 어텐션 함수의 출력값인 어텐션 값(Attention Value)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**$a_t$**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에 대한 식을 보여줍니다.</a:t>
            </a:r>
            <a:r>
              <a:rPr lang="ko" sz="1500">
                <a:solidFill>
                  <a:srgbClr val="800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500">
              <a:solidFill>
                <a:srgbClr val="8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$a</a:t>
            </a:r>
            <a:r>
              <a:rPr i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 = \sum^N_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{i=1}{\alpha^t_ih_i}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이러한 어텐션 값 $a_t$은 종종 인코더의 문맥을 포함하고 있다고하여,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**컨텍스트 벡터(context vector)**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라고도 불립니다.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배운 가장 기본적인 seq2seq에서는 인코더의 마지막 은닉 상태를 컨텍스트 벡터라고 부르는 것과 대조됩니다.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7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![](https://wikidocs.net/images/page/22893/dotproductattention5_final_final.PNG)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어텐션 함수의 최종값인 어텐션 값 $a_t$를 구했다면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$a_t$ 와 $s_t$와 연결(concatenate)하여 '예측' 연산에 사용할 하나의 벡터 $v_t$를 만들어 낸다.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이 $v_t$는 기존과는 다르게 '인코더의 정보'를 가지고 있고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$v_t$ 가 $\hat y$ 예측연산의 입력으로 사용하게되므로 좀 더 좋은 성능의 예측을 수행할 수 있게 된다.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이것이 어텐션 메커니즘의 핵심이다!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9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![](https://wikidocs.net/images/page/22893/st.PNG)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다음은 논문에서의 내용입니다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$v_t$ 를 바로 출력층으로 보내기 전에 신경망 연산을 한 번 더 추가하였습니다.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가중치 행렬과 곱한 후에 하이퍼볼릭탄젠트($tanh$) 함수를 지나도록 하여 출력층 연산을 위한 새로운 벡터인 $\tilde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얻습니다.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메커니즘을 사용하지 않는 seq2seq에서는 출력층의 입력이 t시점의 은닉 상태인 $s_t$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였던 반면, 어텐션 메커니즘에서는 출력층의 입력이 $\tilde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_t$ 가 되는 셈입니다.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식으로 표현하면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 = tanh(W_c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[a_t ; s_t]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+ b_c)$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$W_c$는 학습 가능한 가중치 행렬,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$b_c$는 bias(편향, 절편)  (위 그림에선 편향은 생략)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_t$ 를 출력층의 입력으로 사용하여 예측 벡터를 얻습니다.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$\hat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{y}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 = Softmax(W_y\tilde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_t + b_y)$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15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Attention Mechanism 종류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다양한 종류의 어텐션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attention mechanism에는 어텐션 스코어 계산 방식(어센텬 스코어 함수)의 차이에 따라 다양한 종류가 존재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름                 | 스 코 어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|Defined By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----------------------|-----------------------|--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dot|$score(s_t, h_i) = s_t^Th_i$|Luong et al. (2015)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scaled dot|$score(s_t, h_i) = \frac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{s_t^Th_i}{\sqrt n}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$|Vaswani et al. (2017)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general|$score(s_t, h_i) = s_t^TW_ah_i$|Luong et al. (2015)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concat|$score(s_t, h_i) = W_a^Ttanh(W_b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[s_t;h_i]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)$|Bahdanau et al. (2015)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location - base|$a_t = softmax(W_as_t)$|Luong et al. (2015)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+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$s_t$ : querys(t 시점에서의 디코더 셀의 은닉 상태)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+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$h_i$ : keys(모든 시점의 인코더 셀 은닉 상태)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+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$W_a, W_b$ : 학습 가능한 가중치 행렬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