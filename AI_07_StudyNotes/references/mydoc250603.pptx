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e7a098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e7a098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e7a09856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e7a09856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e7a09856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e7a09856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e7a09856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e7a09856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e7a09856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e7a09856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e7a09856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e7a09856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e7a09856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e7a09856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e7a09856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e7a09856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e7a09856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e7a09856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e7a09856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e7a09856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e7a09856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e7a09856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e7a09856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e7a09856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e7a09856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e7a09856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e7a09856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e7a09856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7a09856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7a09856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e7a09856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e7a09856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e7a09856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e7a09856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e7a09856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e7a09856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e7a09856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e7a09856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e7a09856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e7a09856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e7a09856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e7a09856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e7a09856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e7a09856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e7a09856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e7a09856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e7a09856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e7a09856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e7a09856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e7a09856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e7a09856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e7a09856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.venv/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.ipynb_checkpoints/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.idea/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env/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.cache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*.db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download/**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.cache_bkup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model.json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movies.sqlite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fast api</a:t>
            </a:r>
            <a:endParaRPr sz="14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__pycache__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'✅ 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{os.path.basename( __file__ )}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실행됨'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os.path.absname() 은 전체경로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np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pd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dotenv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load_dotenv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'✅ 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{os.path.basename( __file__ )}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실행됨'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load_dotenv()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\t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OPENAI_API_KEY=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{os.getenv(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"OPENAI_API_KEY"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)[: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서버 실행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&gt; streamlit run ******.py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  ※ 초반에 email 물어보면 걍 엔터 치세요.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서버 종료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터미널창에서 user break (CTRL + C) 연타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user break 되지 않으면 terminal 종료(kill) 하세요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특수 이모티콘 삽입 예시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emoji: https://streamlit-emoji-shortcodes-streamlit-app-gwckff.streamlit.app/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코드 표시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sample_code 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 function():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print('hello, world')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&lt;hr&gt; 같은 가로선 그리기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st.markdown(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"---"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st.title(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"Dataframe, Metric"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DataFrame 생성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dataframe = pd.DataFrame({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'first column'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'second column'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DataFrame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st.metric(label=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"삼성전자"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value=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"61,000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delta=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"-1,200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Streamlit 의 data flow 와 data 가 처리되는 방식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Streamlit 에선 'data 가 변경'될때 마다 python 파일 '전체'가 다시 실행된다. (py 파일 위에서부터 아래까지 전부 다시 실행)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가령 사용자가 무언가를 입력하거나 slider 를 드래그 해서 data 가 변경될때마다 ..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datetime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datetime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today = datetime.today().strftime(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"%H:%M:%S"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이 '코드가 실행되는 시점'의 시간이 계산된다.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'✅ 실행됨 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{today}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streamlit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st.title(today)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확인해보자, 새로고침도.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↓ 브라우저에서 아래의 selectbox 의 내용(data)을 '변경'만 해도 위 시간이 변경된다.  (다시 파이썬 파일이 실행된다!)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mbti ==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'ISTJ'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'당신은 :blue[현실주의자] 이시네요'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mbti ==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'ENFP'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'당신은 :green[활동가] 이시네요'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"당신에 대해 :red[알고 싶어요]:grey_exclamation:"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47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---------------------------------------------------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st.selectbox() =&gt; 선택한 option 객체,  혹은 None 리턴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선택 박스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mbti = st.selectbox(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'당신의 MBTI는 무엇입니까?'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options=(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'ISTJ'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'ENFP'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'선택지 없음'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mbti ==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'ISTJ'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'당신은 :blue[현실주의자] 이시네요'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mbti ==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'ENFP'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'당신은 :green[활동가] 이시네요'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"당신에 대해 :red[알고 싶어요]:grey_exclamation:"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'당신이 좋아하는 과일은 뭔가요?'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options=[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'망고'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'오렌지'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'사과'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'바나나'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st.write(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'당신의 선택은: :red[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{options}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입니다.'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values = st.slider(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'범위의 값을 다음과 같이 지정할 수 있어요:sparkles:'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min_value=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max_value=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100.0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'선택 범위:'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values)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datetime 을 slider 구간에 사용 가능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start_time = st.slider(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"언제 약속을 잡는 것이 좋을까요?"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min_value=dt(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2020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max_value=dt(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2020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value=dt(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2020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step=datetime.timedelta(hours=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한번 움직일때마다 움직이는 양.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format=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"MM/DD/YY - HH:mm"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"선택한 약속 시간:"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start_time)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---------------------------------------------------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st.text_input =&gt; str 리턴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텍스트 입력.  (입력후  ENTER 하면 리턴값)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title = st.text_input(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'가고 싶은 여행지가 있나요?'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st.write(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'당신이 선택한 여행지: :violet[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{title}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datetime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datetime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today = datetime.today().strftime(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"%H:%M:%S"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'✅ 실행됨 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{today}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streamlit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tab_one: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"alpha"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tab_two: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"bravo"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tab_three: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st.write(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"charlie"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col2.metric(label=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"일본JPY(100엔)"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value=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"958.63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delta=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"-7.44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col3.metric(label=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"유럽연합EUR"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value=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"1,335.82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delta=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"11.44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page_title=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"GPT Home"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페이지 타이틀 설정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page_icon=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"😎"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페이지 아이콘 (적절한 이모지로 설정) 브라우저 탭에 표시될거다.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마크다운 위젯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st.markdown(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### GPT 홈페이지!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[DocumentGPT](/DocumentGPT)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[PrivateGPT](/PrivateGPT)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st.set_page_config(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page_title=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"DocumentGPT"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page_icon=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"👀"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chat_message()  : chat message container 생성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           human 혹은 AI 모두에게서 받을수 있다.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   매개변수는 'user', 'assistant', 'ai', 'human' 중 하나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[DocumentGPT1](/DocumentGPT1)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[DocumentGPT2](/DocumentGPT2)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[DocumentGPT3](/DocumentGPT3)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[DocumentGPT4](/DocumentGPT4)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[DocumentGPT5](/DocumentGPT5)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 [ ] [DocumentGPT99](/DocumentGPT99)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streamlit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time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st.set_page_config(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page_title=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"DocumentGPT2"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page_icon=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"👀"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st.title(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"Document GPT2"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= st.chat_input(placeholder=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"Send a message to AI"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2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message 입력하면 2초뒤에 AI 가 대답하는 듯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그러나, 이후 또 message 를 입력하면 기존의 입력된 message 가 replace 된다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즉, message 에 대한 history 가 없는 상태다.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왜? message  를 입력할때마다 모든 파이썬 코드가 재 실행되기 때문이다.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그래서 message 들을 보관하는 일종의 시스템이 있어야 한다.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메세지를 추가할때 마다 그 message 를 저장해야 한다.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