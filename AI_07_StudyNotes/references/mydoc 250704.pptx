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d28edb7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d28edb7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d28edb72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d28edb72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d28edb72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d28edb72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d28edb72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d28edb72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d28edb72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d28edb72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d28edb72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d28edb72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d28edb72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d28edb72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d28edb72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d28edb72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d28edb72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d28edb72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d28edb72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d28edb72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d28edb72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d28edb72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d28edb72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d28edb72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d28edb722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d28edb72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d28edb72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d28edb72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d28edb72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d28edb72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d28edb72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d28edb72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d28edb72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6d28edb72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d28edb72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d28edb72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youtu.be/CWvOKHNeLMI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dropbox.com/scl/fi/263cy8f27iqtczgf7xbyr/podcast.mp4?rlkey=dszdyejg8b0lgy8h53w25vat8&amp;e=1&amp;st=cvnwvvm5&amp;dl=1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30000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프로젝트 목표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영상/음성 데이터로부터 요약본 추출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위 대화에 대한 질의응답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====================================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동영상에서 오디오 추출.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오디오 분할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오디오 -&gt; OpenAI API 의 Whisper 모델 -&gt; 녹취록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chain 을 통해 녹취록 요약, embedding...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또 다른 chain 을 실행 .  --&gt; Refine Document Chain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대화 내용에 대한 질의 응답.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 u="sng">
                <a:solidFill>
                  <a:srgbClr val="009668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https://youtu.be/CWvOKHNeLMI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299525" y="83657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 u="sng">
                <a:solidFill>
                  <a:srgbClr val="00966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다운로드 링크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3000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첫번째 파트 : 동영상에서 오디오만 추출하기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두번째 파트 : 오디오를 10분 단위로 분할하기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자른 각각의 오디오를 Whisper API 에게 넘겨주고, 응답을 받아 한개의 파일로 저장할겁니다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그렇게 하여 10분 분량 오디오들을 모두 합친 전체 녹취록을 얻어낼 겁니다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41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커맨드창 (CLI) 에서 명령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&gt; ffmpeg -i D:\NLP2501\dataset\podcast.mp4 -vn D:\NLP2501\dataset\podcast.mp3 -y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6228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pydub 패키지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공식: https://github.com/jiaaro/pydub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pip install pydub  &lt;- 설치 필요  (사전에 ffmpeg 가 설치되고 경로 설정도 되어 있어야 한다)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0" y="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for i in range(chunks):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start_time = i * ten_minutes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end_time = (i + 1) * ten_minutes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print(f"{i} start: {start_time}  end {end_time}")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0" y="0"/>
            <a:ext cx="3000000" cy="5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8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os</a:t>
            </a:r>
            <a:endParaRPr sz="850">
              <a:solidFill>
                <a:srgbClr val="267F99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8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dotenv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8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8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load_dotenv</a:t>
            </a:r>
            <a:endParaRPr sz="850">
              <a:solidFill>
                <a:srgbClr val="795E26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8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'✅ </a:t>
            </a:r>
            <a:r>
              <a:rPr lang="ko" sz="8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ko" sz="8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os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8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path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8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basename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 </a:t>
            </a:r>
            <a:r>
              <a:rPr lang="ko" sz="8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__file__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)</a:t>
            </a:r>
            <a:r>
              <a:rPr lang="ko" sz="8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실행됨'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load_dotenv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()  </a:t>
            </a:r>
            <a:r>
              <a:rPr lang="ko" sz="8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</a:t>
            </a:r>
            <a:endParaRPr sz="8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8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ko" sz="850">
                <a:solidFill>
                  <a:srgbClr val="EE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\t</a:t>
            </a: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OPENAI_API_KEY=</a:t>
            </a:r>
            <a:r>
              <a:rPr lang="ko" sz="8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ko" sz="8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os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8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getenv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"OPENAI_API_KEY"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)[:</a:t>
            </a:r>
            <a:r>
              <a:rPr lang="ko" sz="8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ko" sz="8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sz="8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8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streamlit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8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8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</a:t>
            </a:r>
            <a:endParaRPr sz="850">
              <a:solidFill>
                <a:srgbClr val="267F99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8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⭕ Streamlit 로직</a:t>
            </a:r>
            <a:endParaRPr sz="8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8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8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set_page_config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8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8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page_title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"MeetingGPT"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8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8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page_icon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"🎤"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8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8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markdown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8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8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MeetingGPT</a:t>
            </a:r>
            <a:endParaRPr sz="8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 sz="8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Welcome to MeetingGPT, upload a video and I will give you a transcript, a summary and a chat bot to ask any questions about it.</a:t>
            </a:r>
            <a:endParaRPr sz="8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Get started by uploading a video file in the sidebar.</a:t>
            </a:r>
            <a:endParaRPr sz="8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8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with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8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8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sidebar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8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8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video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8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8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file_uploader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8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8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"Video"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8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8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"mp4"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"avi"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"mkv"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"mov"</a:t>
            </a: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8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sz="8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0" y="0"/>
            <a:ext cx="3000000" cy="3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streamlit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subprocess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math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pydub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AudioSegment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glob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openai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langchain_openai.chat_models.base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ChatOpenAI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langchain_core.prompts.chat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ChatPromptTemplate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langchain_community.document_loaders.text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TextLoader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langchain_text_splitters.character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RecursiveCharacterTextSplitter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/>
        </p:nvSpPr>
        <p:spPr>
          <a:xfrm>
            <a:off x="0" y="0"/>
            <a:ext cx="30000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langchain_community.vectorstores.faiss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FAISS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langchain.embeddings.cache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CacheBackedEmbeddings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langchain_openai.embeddings.base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OpenAIEmbeddings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langchain.storage.file_system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LocalFileStore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0" y="0"/>
            <a:ext cx="3000000" cy="3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file_dir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os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3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path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350">
                <a:solidFill>
                  <a:srgbClr val="795E26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dirname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3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os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3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path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350">
                <a:solidFill>
                  <a:srgbClr val="795E26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realpath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3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__file__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)) </a:t>
            </a:r>
            <a:r>
              <a:rPr lang="ko" sz="13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*.py 파일의 '경로'만</a:t>
            </a:r>
            <a:endParaRPr sz="13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./cache  ← 업로드한 비디오 와 변환한 mp3</a:t>
            </a:r>
            <a:endParaRPr sz="13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./cache/chunks ← 분할된 mp3 파일들 저장</a:t>
            </a:r>
            <a:endParaRPr sz="13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upload_dir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os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3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path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350">
                <a:solidFill>
                  <a:srgbClr val="795E26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join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3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file_dir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.cache/chunks</a:t>
            </a: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F00D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os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3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path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350">
                <a:solidFill>
                  <a:srgbClr val="795E26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exists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3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upload_dir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3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3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os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350">
                <a:solidFill>
                  <a:srgbClr val="795E26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makedirs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3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upload_dir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0" y="0"/>
            <a:ext cx="3000000" cy="5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오디오 추출함수</a:t>
            </a:r>
            <a:endParaRPr sz="13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업로드한 video(mp4)에서 오디오(mp3) 추출하여 동일 경로에 저장.</a:t>
            </a:r>
            <a:endParaRPr sz="13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extract_audio_from_video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video_path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):    </a:t>
            </a:r>
            <a:endParaRPr sz="13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audio_path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video_path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.replace(</a:t>
            </a:r>
            <a:r>
              <a:rPr lang="ko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"mp4"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"mp3"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  </a:t>
            </a:r>
            <a:endParaRPr sz="13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command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[</a:t>
            </a:r>
            <a:endParaRPr sz="13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"ffmpeg"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"-i"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video_path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"-vn"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audio_path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"-y"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 </a:t>
            </a:r>
            <a:r>
              <a:rPr lang="ko" sz="13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-y 옵션이 있어야 yes / no 물어볼시 yes 자동선택하고 넘어가게 된다.</a:t>
            </a:r>
            <a:endParaRPr sz="13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]</a:t>
            </a:r>
            <a:endParaRPr sz="13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3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subprocess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3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run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command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50">
              <a:solidFill>
                <a:srgbClr val="0000FF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/>
        </p:nvSpPr>
        <p:spPr>
          <a:xfrm>
            <a:off x="0" y="0"/>
            <a:ext cx="3000000" cy="6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audio_path : 원본 오디오 경로</a:t>
            </a:r>
            <a:endParaRPr sz="13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chunk_size : minute</a:t>
            </a:r>
            <a:endParaRPr sz="13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chunks_folder: chunk 들을 저장할 폴더</a:t>
            </a:r>
            <a:endParaRPr sz="13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ko" sz="13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cut_audio_in_chunks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audio_path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chunk_size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chunks_folder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3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track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AudioSegment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3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from_mp3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audio_path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chunk_len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chunk_size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60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1000</a:t>
            </a:r>
            <a:endParaRPr sz="1350">
              <a:solidFill>
                <a:srgbClr val="098658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chunks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math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3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ceil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3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track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ko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chunk_len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3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chunks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3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start_time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chunk_len</a:t>
            </a:r>
            <a:endParaRPr sz="1350">
              <a:solidFill>
                <a:srgbClr val="00108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end_time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ko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chunk_len</a:t>
            </a:r>
            <a:endParaRPr sz="1350">
              <a:solidFill>
                <a:srgbClr val="00108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chunk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track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start_time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end_time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3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exp_path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os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path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3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join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chunks_folder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3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"chunk_</a:t>
            </a:r>
            <a:r>
              <a:rPr lang="ko" sz="13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ko" sz="13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.mp3"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chunk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.export(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exp_path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3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format</a:t>
            </a:r>
            <a:r>
              <a:rPr lang="ko" sz="13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3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"mp3"</a:t>
            </a:r>
            <a:r>
              <a:rPr lang="ko" sz="13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/>
        </p:nvSpPr>
        <p:spPr>
          <a:xfrm>
            <a:off x="0" y="0"/>
            <a:ext cx="3000000" cy="57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chunk_folder :</a:t>
            </a:r>
            <a:endParaRPr sz="12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destination : 녹취록이 들어간 텍스트 파일이 저장될 디렉토리</a:t>
            </a:r>
            <a:endParaRPr sz="12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transcribe_chunks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chunk_folder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destination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2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files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glob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2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glob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2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os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path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2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join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chunk_folder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2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"chunk*.mp3"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2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file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files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2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2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with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file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2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"rb"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ko" sz="12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audio_file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2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destination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2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ko" sz="12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text_file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ko" sz="12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append mode</a:t>
            </a:r>
            <a:endParaRPr sz="12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2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file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2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'녹취록 가져오는중...'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ko" sz="12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''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2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각 chunk 별로 녹취록 작성.</a:t>
            </a:r>
            <a:endParaRPr sz="12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transcript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openai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audio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transcriptions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2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create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2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model</a:t>
            </a:r>
            <a:r>
              <a:rPr lang="ko" sz="12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"whisper-1"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2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file</a:t>
            </a:r>
            <a:r>
              <a:rPr lang="ko" sz="12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audio_file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2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language</a:t>
            </a:r>
            <a:r>
              <a:rPr lang="ko" sz="12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"en"</a:t>
            </a:r>
            <a:endParaRPr sz="12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)</a:t>
            </a:r>
            <a:endParaRPr sz="12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 sz="12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text_file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2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write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transcript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2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ko" sz="12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ko" sz="12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곧바로 텍스트 파일에 저장</a:t>
            </a:r>
            <a:endParaRPr sz="12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/>
        </p:nvSpPr>
        <p:spPr>
          <a:xfrm>
            <a:off x="0" y="0"/>
            <a:ext cx="30000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🐕‍🦺학습용: transcript 한번했으면 중복해서 실행하지 않기</a:t>
            </a:r>
            <a:endParaRPr sz="12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has_transcript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os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2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path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250">
                <a:solidFill>
                  <a:srgbClr val="795E26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exists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2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os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2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path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250">
                <a:solidFill>
                  <a:srgbClr val="795E26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join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2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file_dir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25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ko" sz="1250">
                <a:solidFill>
                  <a:srgbClr val="811F3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'.cache/podcast.txt'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))    </a:t>
            </a:r>
            <a:endParaRPr sz="12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/>
        </p:nvSpPr>
        <p:spPr>
          <a:xfrm>
            <a:off x="0" y="0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250">
                <a:solidFill>
                  <a:srgbClr val="AF00D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2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has_transcript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ko" sz="1250">
                <a:solidFill>
                  <a:srgbClr val="AF00D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ko" sz="12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🐕‍🦺학습용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/>
        </p:nvSpPr>
        <p:spPr>
          <a:xfrm>
            <a:off x="0" y="0"/>
            <a:ext cx="3000000" cy="3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🎃 LLM 로직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🍇 file load &amp; cache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/>
        </p:nvSpPr>
        <p:spPr>
          <a:xfrm>
            <a:off x="0" y="0"/>
            <a:ext cx="30000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↓ 2개의 chain 을 시작</a:t>
            </a:r>
            <a:endParaRPr sz="13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 첫번째 chain : document 를 요약 (summarize)</a:t>
            </a:r>
            <a:endParaRPr sz="13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 두번째 chain : 다른 모든 document 를 요약</a:t>
            </a:r>
            <a:endParaRPr sz="13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3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     LLM 에게 '이전의 summary' 와 새 context 를 사용하여 새로운 summary 를 만들게 함.</a:t>
            </a:r>
            <a:endParaRPr sz="13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/>
        </p:nvSpPr>
        <p:spPr>
          <a:xfrm>
            <a:off x="0" y="0"/>
            <a:ext cx="30000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350">
              <a:solidFill>
                <a:srgbClr val="A31515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    Write a concise summary of the following:</a:t>
            </a:r>
            <a:endParaRPr sz="1350">
              <a:solidFill>
                <a:srgbClr val="A31515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    "</a:t>
            </a:r>
            <a:r>
              <a:rPr lang="ko" sz="135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{text}</a:t>
            </a: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endParaRPr sz="1350">
              <a:solidFill>
                <a:srgbClr val="A31515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    CONCISE SUMMARY: 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