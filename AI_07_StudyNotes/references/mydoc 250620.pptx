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a15d7ea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a15d7ea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a1b0ae55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a1b0ae55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a1b0ae55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a1b0ae55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a1b0ae55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a1b0ae55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a1b0ae55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a1b0ae55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a1b0ae55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a1b0ae55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a1b0ae55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a1b0ae55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a1b0ae55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a1b0ae55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a1b0ae55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a1b0ae55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a1b0ae55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a1b0ae55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a1b0ae55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a1b0ae55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a1b0ae55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a1b0ae55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a1b0ae55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a1b0ae55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a1b0ae55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a1b0ae55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a1b0ae55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a1b0ae55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a1b0ae55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a1b0ae55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a1b0ae553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6a1b0ae55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a1b0ae55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a1b0ae55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a1b0ae55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6a1b0ae55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a1b0ae553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a1b0ae55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a1b0ae55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6a1b0ae55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a1b0ae553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a1b0ae55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a1b0ae553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a1b0ae553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a1b0ae553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6a1b0ae55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a1b0ae55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a1b0ae55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a1b0ae553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6a1b0ae553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a1b0ae553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a1b0ae553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a1b0ae553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6a1b0ae553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a1b0ae553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6a1b0ae553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a1b0ae553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a1b0ae553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a1b0ae553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6a1b0ae553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LANGCHAIN_TRACING_V2=true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LANGCHAIN_ENDPOINT="https://api.smith.langchain.com"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LANGCHAIN_API_KEY=XXXXXXX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13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langchain_openai.chat_models import ChatOpenAI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langchain_core.prompts.chat import ChatPromptTemplate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langchain.memory.summary_buffer import ConversationSummaryBufferMemory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langchain_core.runnables.passthrough import RunnablePassthrough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langchain_core.prompts.chat import MessagesPlaceholder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llm = ChatOpenAI(temperature=0.1)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memory = ConversationSummaryBufferMemory(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llm=llm,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max_token_limit=120,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return_messages=True,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prompt = ChatPromptTemplate.from_messages(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("system", "You are a helpful AI talking to a human"),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MessagesPlaceholder(variable_name="history"),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("human", "{question}"),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def load_memory(_):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return memory.load_memory_variables({})["history"]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 = RunnablePassthrough.assign(history=load_memory) | prompt | llm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def invoke_chain(question):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result = chain.invoke({"question": question})  # ★ 체인 실행!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memory.save_context(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{"input": question},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{"output": result.content},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print(result)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invoke_chain("My name is John")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invoke_chain("What is my name?")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3000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Langsmith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https://www.langchain.com/langsmith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![](https://encrypted-tbn0.gstatic.com/images?q=tbn:ANd9GcRejzbKjev2a8d-EKtUU06p84fh5NX_S7dDLA&amp;s)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3000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LangSmith 는 (LLM) 기반 애플리케이션의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개발, 디버깅, 테스트, 평가, 모니터링, 배포를 지원하는 통합 플랫폼 입니다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https://www.langchain.com/langsmith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LangSmith를 사용하면 우리의 체인이 무엇을 하고 있는지 시각적으로 볼수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★ 우선 위 사이트에 회원가입하고 API Key 받아옵니다 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↓ .env 파일에 환경변수 입력 (추가)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OPENAI_API_KEY=xxxx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LANGCHAIN_TRACING_V2=true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LANGCHAIN_ENDPOINT="https://api.smith.langchain.com"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LANGCHAIN_API_KEY=xxxx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그리고 환경변수를 다시 loading 해주자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이걸로 설정은 끝이다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0" y="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https://js.langchain.com/v0.1/docs/modules/chains/document/stuff/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![](https://js.langchain.com/v0.1/assets/images/stuff-818da4c66ee17911bc8861c089316579.jpg)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langchain.chains.retrieval_qa.base import RetrievalQA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https://python.langchain.com/api_reference/langchain/chains/langchain.chains.retrieval_qa.base.RetrievalQA.html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Chain for question-answering against an index.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0"/>
            <a:ext cx="3000000" cy="7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llm = ChatOpenAI()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cache_dir = LocalFileStore(os.path.join(base_path, ".cache"))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splitter = CharacterTextSplitter.from_tiktoken_encoder(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separator="\n",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chunk_size=600,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chunk_overlap=100,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loader = UnstructuredFileLoader(os.path.join(base_path, 'files', 'chapter_one.txt'))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docs = loader.load_and_split(text_splitter=splitter)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embeddings = OpenAIEmbeddings()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cached_embeddings = CacheBackedEmbeddings.from_bytes_store(embeddings, cache_dir)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vectorstore = Chroma.from_documents(docs, cached_embeddings)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/>
        </p:nvSpPr>
        <p:spPr>
          <a:xfrm>
            <a:off x="0" y="0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retriever= 는 class interface 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 Document들을 여러 소스로부터부터 retrieve(선별해서 가져오기) 할 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 (vector store 뿐 아니라, DB, doc, cloud, 등 다른 곳에서부터도 가능)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 기존에 만들어 놓은 vectorstore로부터 retriever 를 뽑아올수 있다. =&gt;  .as_retriever()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0" y="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https://js.langchain.com/v0.1/docs/modules/chains/document/refine/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![](https://js.langchain.com/v0.1/assets/images/refine-a70f30dd7ada6fe5e3fcc40dd70de037.jpg)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0" y="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https://js.langchain.com/v0.1/docs/modules/chains/document/map_reduce/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![](https://js.langchain.com/v0.1/assets/images/map_reduce-c65525a871b62f5cacef431625c4d133.jpg)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/>
        </p:nvSpPr>
        <p:spPr>
          <a:xfrm>
            <a:off x="0" y="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![](https://www.jiniai.biz/wp-content/uploads/2023/11/image-8-1024x380.png)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/>
        </p:nvSpPr>
        <p:spPr>
          <a:xfrm>
            <a:off x="0" y="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 FAISS vector store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FAISS (Facebook AI Similarity Search) 는 Facebook AI에서 개발한 고속 벡터 검색 및 유사도 검색 라이브러리.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대량의 고차원 벡터 데이터를 빠르게 검색할 수 있도록 최적화되어 있다,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AI, 자연어 처리(NLP), 이미지 검색, 추천 시스템 등에서 자주 사용됨.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/>
        </p:nvSpPr>
        <p:spPr>
          <a:xfrm>
            <a:off x="0" y="0"/>
            <a:ext cx="3000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Chroma 는 내 컴퓨터에서 local 로 실행되는 vector store 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FAISS 라는 local로 실행되는 vector store 도 있다. (가끔은 이게 더 좋은 성능을 보이기도 한다)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※ FAISS 나 Chroma 는 무료로 사용할수 있는 로컬 vector store 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나중에 실제 서비스에서 사용한다면 cloud 기반의 vector store 를 찾아야 한다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/>
        </p:nvSpPr>
        <p:spPr>
          <a:xfrm>
            <a:off x="0" y="0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langchain_community.vectorstores.faiss import FAISS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FAISS vector store integration.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https://python.langchain.com/api_reference/community/vectorstores/langchain_community.vectorstores.faiss.FAISS.html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/>
        </p:nvSpPr>
        <p:spPr>
          <a:xfrm>
            <a:off x="0" y="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사용하려면 faiss-cpu, 혹은 faise-gpu 필요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!pip install faiss-cpu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chain.invoke("Describe Victory Mansions")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/>
        </p:nvSpPr>
        <p:spPr>
          <a:xfrm>
            <a:off x="0" y="0"/>
            <a:ext cx="30000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 Retriever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Retriever 도 Chain 을 구성하는 component 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https://python.langchain.com/docs/concepts/retrievers/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Retriever 의 입력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질문이나, 그와 관련성이 있는 Document 를 얻기위한 query (한개의 string)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Retriever 의 출력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Document 들의 List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![](https://python.langchain.com/assets/images/retriever_concept-1093f15a8f63ddb90bd23decbd249ea5.png)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/>
        </p:nvSpPr>
        <p:spPr>
          <a:xfrm>
            <a:off x="0" y="0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chain 에서 retreiver 는 Document 의 list 를 리턴하게 된다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그리고 그 document 들은 template 에 입력되어야 한다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그렇게 만들어진 prompt 가 LLM 에 전달되어야 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/>
        </p:nvSpPr>
        <p:spPr>
          <a:xfrm>
            <a:off x="0" y="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"system",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You are a helpful assistant.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Answer questions using only the following context.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If you don't know the answer just say you don't know,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don't make it up:\n\n{context}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""",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("human", "{question}"),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/>
        </p:nvSpPr>
        <p:spPr>
          <a:xfrm>
            <a:off x="0" y="0"/>
            <a:ext cx="3000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chain.invoke("Describe Victory Mansions")   # &lt;-- 에러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↑↑↑↑↑↑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1. 이 문자열 query기 retriever 에 전달되는거다.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2. retriever 는 List[Document] 를 리턴할거고 prompt 의 {context} 로 전달된다.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또한, query 는 prompt 의 {question}으로 입력되어야 하는데..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당연히 지금은 작동하지 않는다.  (알아서 동작해주는게 아니다.)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/>
        </p:nvSpPr>
        <p:spPr>
          <a:xfrm>
            <a:off x="0" y="0"/>
            <a:ext cx="30000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prompt 의 {context} property 는 retriever 로부터 오도록 하고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retriever 는 invoke 에 입력해준 query 를 받아 호출(call)되어야 한다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또한 query 는 prompt 의 {question} property 로 전달되게 해줘야 한다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어떻게? RunnablePassthrough 를 사용!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langchain_core.runnables.passthrough import RunnablePassthrough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RunnablePassthrough 는 간단한 기능의 class 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입력값을 말그대로 통과하게 (pass through) 해준다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"question": RunnablePassthrough()  =&gt;  "question": "Descrive Victory Mansions"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0" y="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https://js.langchain.com/v0.1/docs/modules/chains/document/map_reduce/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![](https://js.langchain.com/v0.1/assets/images/map_reduce-c65525a871b62f5cacef431625c4d133.jpg)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/>
          <p:nvPr/>
        </p:nvSpPr>
        <p:spPr>
          <a:xfrm>
            <a:off x="0" y="0"/>
            <a:ext cx="3000000" cy="7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&gt; query 가 주어지면 retriever 로부너  List[Document] 를 얻어낸다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list of docs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&gt; 각각의 Document 를 위한 prompt 를 만들어 준뒤 llm 에 전달할거다.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for doc in list of docs | prompt | llm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↑ 이때 prompt 는 '이 Document 를 읽고, 사용자의 질문에 답변하기에 적절한(관련있는) 정보를 추출하세요'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그러면, 이를 전달받은 LLM 은 응답을 출력할거다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&gt; 그리고 LLM 으로 부터 받은 response 들을 취합해 하나의 Document 를 만들어낼거다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for resposne in list of llms responee | put them all together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&gt; 그렇게 만들어진 단 하나의 최종 Document가, LLM 을 위한 prompt 로 전달될거다.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final doc | prompt | llm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 txBox="1"/>
          <p:nvPr/>
        </p:nvSpPr>
        <p:spPr>
          <a:xfrm>
            <a:off x="0" y="0"/>
            <a:ext cx="3000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▶ list of docs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▶ for doc in list of docs | prompt | llm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▶ for resposne in list of llms responee | put them all together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▶ final doc | prompt | llm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chain.invoke("Describe Victory Mansions")  # &lt;- 최종적으로 실행할 query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9"/>
          <p:cNvSpPr txBox="1"/>
          <p:nvPr/>
        </p:nvSpPr>
        <p:spPr>
          <a:xfrm>
            <a:off x="0" y="0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langchain_core.runnables.base import RunnableLambda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https://python.langchain.com/api_reference/core/runnables/langchain_core.runnables.base.RunnableLambda.html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RunnableLambda converts a python callable into a Runnable.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0"/>
          <p:cNvSpPr txBox="1"/>
          <p:nvPr/>
        </p:nvSpPr>
        <p:spPr>
          <a:xfrm>
            <a:off x="0" y="0"/>
            <a:ext cx="30000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---------------------------------------------------------------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map_chain 은 최종 chain 내부 에서 호출될거다.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map_chain 은 두개의 데이터 필요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- documents : documents 는 retriever 를 사용해 얻을수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- question : map_chain 은 사용자 질문이 필요.  그래야 LLM 에게 요청할 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     '각 document' 를 살펴보면서 사용자 질문에 대답하는데 필요한 정보가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     담겨져 있는지 알아보고 추출해달라고 하는 거다.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/>
          <p:nvPr/>
        </p:nvSpPr>
        <p:spPr>
          <a:xfrm>
            <a:off x="0" y="0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---------------------------------------------------------------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map_docs(inputs) 함수는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저 아래에 있는 map_chain 에서의 출력을 받아서 수행할 함수.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리턴값은 한개의 string 이어야 한다.  (※아래 map_chain 에서 설명)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2"/>
          <p:cNvSpPr txBox="1"/>
          <p:nvPr/>
        </p:nvSpPr>
        <p:spPr>
          <a:xfrm>
            <a:off x="0" y="0"/>
            <a:ext cx="30000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"system",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Use the following portion of a long document to see if any of the text is relevant to answer the question.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Return any relevant text verbatim.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If there is no relevant text, return : ''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{context}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""",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("human", "{question}"),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3"/>
          <p:cNvSpPr txBox="1"/>
          <p:nvPr/>
        </p:nvSpPr>
        <p:spPr>
          <a:xfrm>
            <a:off x="0" y="0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---------------------------------------------------------------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map_doc_chain 은 저 아래 map_docs() 안에서 각 document 에 대해 실행될 chain 이다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4"/>
          <p:cNvSpPr txBox="1"/>
          <p:nvPr/>
        </p:nvSpPr>
        <p:spPr>
          <a:xfrm>
            <a:off x="0" y="0"/>
            <a:ext cx="3000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"system",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Given the following extracted parts of a long document and a question, create a final answer.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If you don't know the answer, just say that you don't know. Don't try to make up an answer.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{context}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""",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("human", "{question}"),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