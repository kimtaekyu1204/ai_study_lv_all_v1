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d6bf52b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d6bf52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c850a2d27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c850a2d27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c850a2d27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c850a2d2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c850a2d27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c850a2d27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c850a2d27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c850a2d27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c850a2d27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c850a2d27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c850a2d27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c850a2d27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c850a2d27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c850a2d27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c850a2d27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c850a2d27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c850a2d27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c850a2d27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c850a2d27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c850a2d27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c850a2d27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c850a2d27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850a2d27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c850a2d27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c850a2d27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c850a2d27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c850a2d27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c850a2d27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anthropic.com/sitemap.x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1975" y="5165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u="sng">
                <a:solidFill>
                  <a:srgbClr val="00966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https://www.anthropic.com/sitemap.xml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정규표현식 사용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.*  ← 전 후에 다른 문자들이 올수는 있지만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/news/ 를 포함하는 url 만 볼수 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050">
                <a:solidFill>
                  <a:srgbClr val="811F3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"^</a:t>
            </a:r>
            <a:r>
              <a:rPr lang="ko" sz="1050">
                <a:solidFill>
                  <a:srgbClr val="D1696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811F3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050">
                <a:solidFill>
                  <a:srgbClr val="EE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\/</a:t>
            </a:r>
            <a:r>
              <a:rPr lang="ko" sz="1050">
                <a:solidFill>
                  <a:srgbClr val="811F3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news</a:t>
            </a:r>
            <a:r>
              <a:rPr lang="ko" sz="1050">
                <a:solidFill>
                  <a:srgbClr val="EE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\/</a:t>
            </a:r>
            <a:r>
              <a:rPr lang="ko" sz="1050">
                <a:solidFill>
                  <a:srgbClr val="D1696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ko" sz="1050">
                <a:solidFill>
                  <a:srgbClr val="811F3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050">
                <a:solidFill>
                  <a:srgbClr val="811F3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ko" sz="10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document 전체 HTML 을 가진 Beautiful soup object 값이 전달된다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여기서 검색(search) 하거나, HTML element 들을 제거할수 있다.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langchain_text_splitters.character </a:t>
            </a:r>
            <a:r>
              <a:rPr lang="ko" sz="150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RecursiveCharacterTextSplitter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langchain_community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vectorstores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faiss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1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FAISS</a:t>
            </a:r>
            <a:endParaRPr sz="1150">
              <a:solidFill>
                <a:srgbClr val="267F99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langchain_openai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embeddings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1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1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OpenAIEmbeddings</a:t>
            </a:r>
            <a:endParaRPr sz="1150">
              <a:solidFill>
                <a:srgbClr val="267F99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1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★명심. cache 를 만들때..</a:t>
            </a:r>
            <a:endParaRPr sz="11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1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다른 sitemap 에서 얻은 각각의 URL 마다 별도의 cache를 만들어야 한다</a:t>
            </a:r>
            <a:endParaRPr sz="11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29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Map Re-Rank Chain 만들기. 두개의 chain 이 필요하다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1.첫번째 chain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모든 개별 Document 에 대한 답변 생성 및 채점 담당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2.두번째 chain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모든 답변을 가진 마지막 시점에 실행된다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점수가 제일 높고 + 가장 최신 정보를 담고 있는 답변들 고른다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----------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🟡 첫번째 chain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   retreiver 에 의해 리턴된 List[Document] 와 사용자가 입력한 question 필요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   이는 chain 의 입력값들이다.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langchain_core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runnables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passthrough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RunnablePassthrough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langchain_core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runnables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RunnableLambda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langchain_openai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chat_models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9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ChatOpenAI</a:t>
            </a:r>
            <a:endParaRPr sz="950">
              <a:solidFill>
                <a:srgbClr val="267F99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langchain_core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prompts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chat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9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9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9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ChatPromptTemplate</a:t>
            </a:r>
            <a:endParaRPr sz="950">
              <a:solidFill>
                <a:srgbClr val="267F99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Using ONLY the following context answer the user's question. If you can't just say you don't know, don't make anything up.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       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Then, give a score to the answer between 0 and 5.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If the answer answers the user question the score should be high, else it should be low.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Make sure to always include the answer's score even if it's 0.</a:t>
            </a:r>
            <a:endParaRPr b="1"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Context: </a:t>
            </a:r>
            <a:r>
              <a:rPr lang="ko" sz="9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{context}</a:t>
            </a:r>
            <a:endParaRPr sz="9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       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Examples: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       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How far away is the moon?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Answer: The moon is 384,400 km away.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Score: 5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       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How far away is the sun?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Answer: I don't know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Score: 0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       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Your turn!</a:t>
            </a:r>
            <a:endParaRPr sz="9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</a:t>
            </a:r>
            <a:r>
              <a:rPr lang="ko" sz="9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{question}</a:t>
            </a:r>
            <a:endParaRPr sz="9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다음과 같은 형식으로 리턴해볼거다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3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answer: from the llm,</a:t>
            </a:r>
            <a:endParaRPr sz="13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source: doc.metadata   &lt;- Document 의 meta data 포함</a:t>
            </a:r>
            <a:endParaRPr sz="13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date: doc.lastmod  &lt;- Document 의 마지막 수정날짜 정보도 필요.</a:t>
            </a:r>
            <a:endParaRPr sz="13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Use ONLY the following pre-existing answers to answer the user's question.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Use the answers that have the highest score (more helpful) and favor the most recent ones.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Cite sources and return the sources as it is.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Answers: 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{answers}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condensed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"Answer: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answer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'answer'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350">
                <a:solidFill>
                  <a:srgbClr val="EE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Source: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answer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'source'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350">
                <a:solidFill>
                  <a:srgbClr val="EE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Date: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answer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'date'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350">
                <a:solidFill>
                  <a:srgbClr val="EE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