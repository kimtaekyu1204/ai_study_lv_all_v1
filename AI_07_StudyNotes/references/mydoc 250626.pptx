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6b036e609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6b036e60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b036e609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6b036e609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b036e609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6b036e609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6b036e609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6b036e609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6b036e609e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6b036e609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b036e609e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b036e609e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6b036e609e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6b036e609e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b036e609e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6b036e609e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6b036e609e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6b036e609e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6b036e609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6b036e609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0" y="0"/>
            <a:ext cx="7669200" cy="38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────────────────────────────────────────</a:t>
            </a:r>
            <a:endParaRPr sz="11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🎃 LLM 로직</a:t>
            </a:r>
            <a:endParaRPr sz="11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────────────────────────────────────────</a:t>
            </a:r>
            <a:endParaRPr sz="11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────────────────────────────────────────</a:t>
            </a:r>
            <a:endParaRPr sz="11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🍇 file load &amp; cache</a:t>
            </a:r>
            <a:endParaRPr sz="11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────────────────────────────────────────</a:t>
            </a:r>
            <a:endParaRPr sz="11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────────────────────────────────────────</a:t>
            </a:r>
            <a:endParaRPr sz="11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⭕ Streamlit 로직</a:t>
            </a:r>
            <a:endParaRPr sz="11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────────────────────────────────────────</a:t>
            </a:r>
            <a:endParaRPr sz="11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0" y="0"/>
            <a:ext cx="3000000" cy="14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250">
                <a:solidFill>
                  <a:srgbClr val="00108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lang="ko" sz="125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250">
                <a:solidFill>
                  <a:srgbClr val="A31515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"Choose what you want to use."</a:t>
            </a:r>
            <a:r>
              <a:rPr lang="ko" sz="12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250">
              <a:solidFill>
                <a:srgbClr val="3B3B3B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250">
                <a:solidFill>
                  <a:srgbClr val="00108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options</a:t>
            </a:r>
            <a:r>
              <a:rPr lang="ko" sz="125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2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1250">
              <a:solidFill>
                <a:srgbClr val="3B3B3B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ko" sz="1250">
                <a:solidFill>
                  <a:srgbClr val="A31515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"File"</a:t>
            </a:r>
            <a:r>
              <a:rPr lang="ko" sz="12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250">
              <a:solidFill>
                <a:srgbClr val="3B3B3B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ko" sz="1250">
                <a:solidFill>
                  <a:srgbClr val="A31515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"Wikipedia Article"</a:t>
            </a:r>
            <a:r>
              <a:rPr lang="ko" sz="12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250">
              <a:solidFill>
                <a:srgbClr val="3B3B3B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       ),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/>
        </p:nvSpPr>
        <p:spPr>
          <a:xfrm>
            <a:off x="0" y="0"/>
            <a:ext cx="3000000" cy="10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ko" sz="1250">
                <a:solidFill>
                  <a:srgbClr val="A31515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"Upload a .docx , .txt or .pdf file"</a:t>
            </a:r>
            <a:r>
              <a:rPr lang="ko" sz="12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250">
              <a:solidFill>
                <a:srgbClr val="3B3B3B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ko" sz="1250">
                <a:solidFill>
                  <a:srgbClr val="00108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ko" sz="125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2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ko" sz="1250">
                <a:solidFill>
                  <a:srgbClr val="A31515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"pdf"</a:t>
            </a:r>
            <a:r>
              <a:rPr lang="ko" sz="12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250">
                <a:solidFill>
                  <a:srgbClr val="A31515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"txt"</a:t>
            </a:r>
            <a:r>
              <a:rPr lang="ko" sz="12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250">
                <a:solidFill>
                  <a:srgbClr val="A31515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"docx"</a:t>
            </a:r>
            <a:r>
              <a:rPr lang="ko" sz="12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],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/>
        </p:nvSpPr>
        <p:spPr>
          <a:xfrm>
            <a:off x="0" y="0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 </a:t>
            </a:r>
            <a:r>
              <a:rPr b="1" lang="ko" sz="105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split_file</a:t>
            </a:r>
            <a:r>
              <a:rPr lang="ko" sz="105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()</a:t>
            </a:r>
            <a:endParaRPr sz="1050">
              <a:solidFill>
                <a:srgbClr val="008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 vector, embedding 필요없다. 오로지 문서가 필요하고,</a:t>
            </a:r>
            <a:endParaRPr sz="1050">
              <a:solidFill>
                <a:srgbClr val="008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 그 문서들을 split 까지만 해두면 된다.</a:t>
            </a:r>
            <a:endParaRPr sz="1050">
              <a:solidFill>
                <a:srgbClr val="008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/>
        </p:nvSpPr>
        <p:spPr>
          <a:xfrm>
            <a:off x="0" y="0"/>
            <a:ext cx="3000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file_dir = os.path.dirname(os.path.realpath(__file__))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upload_dir = os.path.join(file_dir,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'.cache/quiz_files'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os.path.exists(upload_dir):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os.makedirs(upload_dir)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/>
        </p:nvSpPr>
        <p:spPr>
          <a:xfrm>
            <a:off x="0" y="0"/>
            <a:ext cx="3000000" cy="24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0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splitter</a:t>
            </a:r>
            <a:r>
              <a:rPr lang="ko" sz="10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0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050">
                <a:solidFill>
                  <a:srgbClr val="267F99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CharacterTextSplitter</a:t>
            </a:r>
            <a:r>
              <a:rPr lang="ko" sz="10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050">
                <a:solidFill>
                  <a:srgbClr val="795E26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from_tiktoken_encoder</a:t>
            </a:r>
            <a:r>
              <a:rPr lang="ko" sz="10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10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0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separator</a:t>
            </a:r>
            <a:r>
              <a:rPr lang="ko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ko" sz="1050">
                <a:solidFill>
                  <a:srgbClr val="EE0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ko" sz="10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0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chunk_size</a:t>
            </a:r>
            <a:r>
              <a:rPr lang="ko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050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600</a:t>
            </a:r>
            <a:r>
              <a:rPr lang="ko" sz="10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0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chunk_overlap</a:t>
            </a:r>
            <a:r>
              <a:rPr lang="ko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050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ko" sz="10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)</a:t>
            </a:r>
            <a:endParaRPr sz="10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0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loader</a:t>
            </a:r>
            <a:r>
              <a:rPr lang="ko" sz="10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0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050">
                <a:solidFill>
                  <a:srgbClr val="267F99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UnstructuredFileLoader</a:t>
            </a:r>
            <a:r>
              <a:rPr lang="ko" sz="10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0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file_path</a:t>
            </a:r>
            <a:r>
              <a:rPr lang="ko" sz="10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0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docs</a:t>
            </a:r>
            <a:r>
              <a:rPr lang="ko" sz="10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0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0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loader</a:t>
            </a:r>
            <a:r>
              <a:rPr lang="ko" sz="10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050">
                <a:solidFill>
                  <a:srgbClr val="795E26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load_and_split</a:t>
            </a:r>
            <a:r>
              <a:rPr lang="ko" sz="10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0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text_splitter</a:t>
            </a:r>
            <a:r>
              <a:rPr lang="ko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0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splitter</a:t>
            </a:r>
            <a:r>
              <a:rPr lang="ko" sz="1050">
                <a:solidFill>
                  <a:srgbClr val="3B3B3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/>
        </p:nvSpPr>
        <p:spPr>
          <a:xfrm>
            <a:off x="0" y="0"/>
            <a:ext cx="3000000" cy="22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Welcome to QuizGPT.</a:t>
            </a:r>
            <a:endParaRPr sz="12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</a:t>
            </a:r>
            <a:endParaRPr sz="12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I will make a quiz from Wikipedia articles or files you upload to test your knowledge and help you study.</a:t>
            </a:r>
            <a:endParaRPr sz="12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</a:t>
            </a:r>
            <a:endParaRPr sz="12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Get started by uploading a file or searching on Wikipedia in the sidebar.</a:t>
            </a:r>
            <a:endParaRPr sz="12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/>
        </p:nvSpPr>
        <p:spPr>
          <a:xfrm>
            <a:off x="0" y="0"/>
            <a:ext cx="3000000" cy="60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You are a helpful assistant that is role playing as a </a:t>
            </a:r>
            <a:r>
              <a:rPr b="1"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teacher</a:t>
            </a: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Based ONLY on the following context make 10 questions to test the user's knowledge about the text.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Each question should have </a:t>
            </a:r>
            <a:r>
              <a:rPr b="1"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4 answers</a:t>
            </a: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 three of them must be incorrect and one should be correct.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Use</a:t>
            </a:r>
            <a:r>
              <a:rPr b="1"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(o)</a:t>
            </a: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to signal the correct answer.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Question examples: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Question: What is the color of the ocean?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Answers: Red</a:t>
            </a:r>
            <a:r>
              <a:rPr lang="ko" sz="1050">
                <a:solidFill>
                  <a:srgbClr val="A31515"/>
                </a:solidFill>
                <a:highlight>
                  <a:srgbClr val="00FFFF"/>
                </a:highlight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Yellow</a:t>
            </a:r>
            <a:r>
              <a:rPr lang="ko" sz="1050">
                <a:solidFill>
                  <a:srgbClr val="A31515"/>
                </a:solidFill>
                <a:highlight>
                  <a:srgbClr val="00FFFF"/>
                </a:highlight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Green</a:t>
            </a:r>
            <a:r>
              <a:rPr lang="ko" sz="1050">
                <a:solidFill>
                  <a:srgbClr val="A31515"/>
                </a:solidFill>
                <a:highlight>
                  <a:srgbClr val="00FFFF"/>
                </a:highlight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Blue</a:t>
            </a:r>
            <a:r>
              <a:rPr b="1"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(o)</a:t>
            </a:r>
            <a:endParaRPr b="1"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Question: What is the capital or Georgia?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Answers: Baku|Tbilisi</a:t>
            </a:r>
            <a:r>
              <a:rPr b="1"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(o)</a:t>
            </a: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|Manila|Beirut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Question: When was Avatar released?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Answers: 2007|2001|2009</a:t>
            </a:r>
            <a:r>
              <a:rPr b="1"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(o)</a:t>
            </a: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|1998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Question: Who was Julius Caesar?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Answers: A Roman Emperor</a:t>
            </a:r>
            <a:r>
              <a:rPr b="1"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(o)</a:t>
            </a: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|Painter|Actor|Model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Your turn!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Context: </a:t>
            </a:r>
            <a:r>
              <a:rPr b="1" lang="ko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{context}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/>
        </p:nvSpPr>
        <p:spPr>
          <a:xfrm>
            <a:off x="0" y="0"/>
            <a:ext cx="30000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008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# 만들어진 퀴즈 문제를 받아서 json 처럼 format 해줄 system prompt 를 만들자.</a:t>
            </a:r>
            <a:endParaRPr sz="1350">
              <a:solidFill>
                <a:srgbClr val="008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008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# 그렇게 함으로 파이썬에서 더욱 빠르게 처리해서 UI를 씌우기 간편해질거다.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/>
        </p:nvSpPr>
        <p:spPr>
          <a:xfrm>
            <a:off x="0" y="0"/>
            <a:ext cx="3000000" cy="3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50">
                <a:solidFill>
                  <a:srgbClr val="00108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formatting_prompt</a:t>
            </a:r>
            <a:r>
              <a:rPr b="1"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35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350">
                <a:solidFill>
                  <a:srgbClr val="267F99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ChatPromptTemplate</a:t>
            </a: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350">
                <a:solidFill>
                  <a:srgbClr val="795E26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from_messages</a:t>
            </a: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1350">
              <a:solidFill>
                <a:srgbClr val="3B3B3B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   [</a:t>
            </a:r>
            <a:endParaRPr sz="1350">
              <a:solidFill>
                <a:srgbClr val="3B3B3B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       (</a:t>
            </a:r>
            <a:endParaRPr sz="1350">
              <a:solidFill>
                <a:srgbClr val="3B3B3B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ko" sz="1350">
                <a:solidFill>
                  <a:srgbClr val="A31515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"system"</a:t>
            </a: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350">
              <a:solidFill>
                <a:srgbClr val="3B3B3B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ko" sz="1350">
                <a:solidFill>
                  <a:srgbClr val="A31515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"""</a:t>
            </a:r>
            <a:endParaRPr sz="1350">
              <a:solidFill>
                <a:srgbClr val="A31515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A31515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A31515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           """</a:t>
            </a: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350">
              <a:solidFill>
                <a:srgbClr val="3B3B3B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       )</a:t>
            </a:r>
            <a:endParaRPr sz="1350">
              <a:solidFill>
                <a:srgbClr val="3B3B3B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   ]</a:t>
            </a:r>
            <a:endParaRPr sz="1350">
              <a:solidFill>
                <a:srgbClr val="3B3B3B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350">
              <a:solidFill>
                <a:srgbClr val="3B3B3B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3B3B3B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50">
                <a:solidFill>
                  <a:srgbClr val="00108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formatting_chain</a:t>
            </a:r>
            <a:r>
              <a:rPr b="1"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35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350">
                <a:solidFill>
                  <a:srgbClr val="00108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formatting_prompt</a:t>
            </a: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350">
                <a:solidFill>
                  <a:srgbClr val="795E26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ko" sz="135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350">
                <a:solidFill>
                  <a:srgbClr val="00108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llm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/>
          <p:nvPr/>
        </p:nvSpPr>
        <p:spPr>
          <a:xfrm>
            <a:off x="0" y="0"/>
            <a:ext cx="3000000" cy="258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You are a powerful formatting algorithm.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You format exam questions into JSON format.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Answers with (o) are the correct ones.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Example Input: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Question: What is the color of the ocean?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Answers: Red|Yellow|Green|Blue(o)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Question: What is the capital or Georgia?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Answers: Baku|Tbilisi(o)|Manila|Beirut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Question: When was Avatar released?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Answers: 2007|2001|2009(o)|1998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Question: Who was Julius Caesar?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Answers: A Roman Emperor(o)|Painter|Actor|Model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Example Output: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```</a:t>
            </a:r>
            <a:r>
              <a:rPr b="1"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json</a:t>
            </a:r>
            <a:endParaRPr b="1"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{{</a:t>
            </a: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"questions": [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ko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{{</a:t>
            </a:r>
            <a:endParaRPr sz="1050">
              <a:solidFill>
                <a:srgbClr val="0000FF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"question": "What is the color of the ocean?",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"answers": [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</a:t>
            </a:r>
            <a:r>
              <a:rPr lang="ko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{{</a:t>
            </a:r>
            <a:endParaRPr sz="1050">
              <a:solidFill>
                <a:srgbClr val="0000FF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  "answer": "Red",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  "correct": false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</a:t>
            </a:r>
            <a:r>
              <a:rPr lang="ko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}}</a:t>
            </a: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</a:t>
            </a:r>
            <a:r>
              <a:rPr lang="ko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{{</a:t>
            </a:r>
            <a:endParaRPr sz="1050">
              <a:solidFill>
                <a:srgbClr val="0000FF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  "answer": "Yellow",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  "correct": false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</a:t>
            </a:r>
            <a:r>
              <a:rPr lang="ko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}}</a:t>
            </a: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</a:t>
            </a:r>
            <a:r>
              <a:rPr lang="ko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{{</a:t>
            </a:r>
            <a:endParaRPr sz="1050">
              <a:solidFill>
                <a:srgbClr val="0000FF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  "answer": "Green",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  "correct": false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</a:t>
            </a:r>
            <a:r>
              <a:rPr lang="ko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}}</a:t>
            </a: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</a:t>
            </a:r>
            <a:r>
              <a:rPr lang="ko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{{</a:t>
            </a:r>
            <a:endParaRPr sz="1050">
              <a:solidFill>
                <a:srgbClr val="0000FF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  "answer": "Blue",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  "correct": true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</a:t>
            </a:r>
            <a:r>
              <a:rPr lang="ko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}}</a:t>
            </a: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]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ko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}}</a:t>
            </a: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</a:t>
            </a:r>
            <a:r>
              <a:rPr lang="ko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{{</a:t>
            </a:r>
            <a:endParaRPr sz="1050">
              <a:solidFill>
                <a:srgbClr val="0000FF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"question": "What is the capital or Georgia?",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"answers": [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</a:t>
            </a:r>
            <a:r>
              <a:rPr lang="ko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{{</a:t>
            </a:r>
            <a:endParaRPr sz="1050">
              <a:solidFill>
                <a:srgbClr val="0000FF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  "answer": "Baku",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  "correct": false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</a:t>
            </a:r>
            <a:r>
              <a:rPr lang="ko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}}</a:t>
            </a: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</a:t>
            </a:r>
            <a:r>
              <a:rPr lang="ko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{{</a:t>
            </a:r>
            <a:endParaRPr sz="1050">
              <a:solidFill>
                <a:srgbClr val="0000FF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  "answer": "Tbilisi",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  "correct": true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</a:t>
            </a:r>
            <a:r>
              <a:rPr lang="ko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}}</a:t>
            </a: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</a:t>
            </a:r>
            <a:r>
              <a:rPr lang="ko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{{</a:t>
            </a:r>
            <a:endParaRPr sz="1050">
              <a:solidFill>
                <a:srgbClr val="0000FF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  "answer": "Manila",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  "correct": false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</a:t>
            </a:r>
            <a:r>
              <a:rPr lang="ko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}}</a:t>
            </a: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</a:t>
            </a:r>
            <a:r>
              <a:rPr lang="ko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{{</a:t>
            </a:r>
            <a:endParaRPr sz="1050">
              <a:solidFill>
                <a:srgbClr val="0000FF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  "answer": "Beirut",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  "correct": false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</a:t>
            </a:r>
            <a:r>
              <a:rPr lang="ko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}}</a:t>
            </a: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]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ko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}}</a:t>
            </a: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</a:t>
            </a:r>
            <a:r>
              <a:rPr lang="ko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{{</a:t>
            </a:r>
            <a:endParaRPr sz="1050">
              <a:solidFill>
                <a:srgbClr val="0000FF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"question": "When was Avatar released?",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"answers": [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</a:t>
            </a:r>
            <a:r>
              <a:rPr lang="ko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{{</a:t>
            </a:r>
            <a:endParaRPr sz="1050">
              <a:solidFill>
                <a:srgbClr val="0000FF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  "answer": "2007",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  "correct": false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</a:t>
            </a:r>
            <a:r>
              <a:rPr lang="ko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}}</a:t>
            </a: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</a:t>
            </a:r>
            <a:r>
              <a:rPr lang="ko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{{</a:t>
            </a:r>
            <a:endParaRPr sz="1050">
              <a:solidFill>
                <a:srgbClr val="0000FF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  "answer": "2001",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  "correct": false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</a:t>
            </a:r>
            <a:r>
              <a:rPr lang="ko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}}</a:t>
            </a: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</a:t>
            </a:r>
            <a:r>
              <a:rPr lang="ko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{{</a:t>
            </a:r>
            <a:endParaRPr sz="1050">
              <a:solidFill>
                <a:srgbClr val="0000FF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  "answer": "2009",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  "correct": true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</a:t>
            </a:r>
            <a:r>
              <a:rPr lang="ko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}}</a:t>
            </a: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</a:t>
            </a:r>
            <a:r>
              <a:rPr lang="ko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{{</a:t>
            </a:r>
            <a:endParaRPr sz="1050">
              <a:solidFill>
                <a:srgbClr val="0000FF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  "answer": "1998",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  "correct": false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</a:t>
            </a:r>
            <a:r>
              <a:rPr lang="ko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}}</a:t>
            </a: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]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ko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}}</a:t>
            </a: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ko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{{</a:t>
            </a:r>
            <a:endParaRPr sz="1050">
              <a:solidFill>
                <a:srgbClr val="0000FF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"question": "Who was Julius Caesar?",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"answers": [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</a:t>
            </a:r>
            <a:r>
              <a:rPr lang="ko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{{</a:t>
            </a:r>
            <a:endParaRPr sz="1050">
              <a:solidFill>
                <a:srgbClr val="0000FF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  "answer": "A Roman Emperor",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  "correct": true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</a:t>
            </a:r>
            <a:r>
              <a:rPr lang="ko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}}</a:t>
            </a: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</a:t>
            </a:r>
            <a:r>
              <a:rPr lang="ko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{{</a:t>
            </a:r>
            <a:endParaRPr sz="1050">
              <a:solidFill>
                <a:srgbClr val="0000FF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  "answer": "Painter",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  "correct": false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</a:t>
            </a:r>
            <a:r>
              <a:rPr lang="ko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}}</a:t>
            </a: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</a:t>
            </a:r>
            <a:r>
              <a:rPr lang="ko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{{</a:t>
            </a:r>
            <a:endParaRPr sz="1050">
              <a:solidFill>
                <a:srgbClr val="0000FF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  "answer": "Actor",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  "correct": false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</a:t>
            </a:r>
            <a:r>
              <a:rPr lang="ko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}}</a:t>
            </a: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</a:t>
            </a:r>
            <a:r>
              <a:rPr lang="ko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{{</a:t>
            </a:r>
            <a:endParaRPr sz="1050">
              <a:solidFill>
                <a:srgbClr val="0000FF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  "answer": "Model",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  "correct": false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</a:t>
            </a:r>
            <a:r>
              <a:rPr lang="ko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}}</a:t>
            </a: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]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ko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}}</a:t>
            </a:r>
            <a:endParaRPr sz="1050">
              <a:solidFill>
                <a:srgbClr val="0000FF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]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lang="ko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}}</a:t>
            </a:r>
            <a:endParaRPr sz="1050">
              <a:solidFill>
                <a:srgbClr val="0000FF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```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Your turn!</a:t>
            </a:r>
            <a:endParaRPr sz="10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Questions: </a:t>
            </a:r>
            <a:r>
              <a:rPr lang="ko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{context}</a:t>
            </a:r>
            <a:endParaRPr sz="1050">
              <a:solidFill>
                <a:srgbClr val="0000FF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