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99ef2e8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99ef2e8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99ef2e8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99ef2e8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99ef2e85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99ef2e85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99ef2e85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99ef2e85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99ef2e85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99ef2e85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99ef2e85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99ef2e85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99ef2e85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99ef2e85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99ef2e85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99ef2e85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99ef2e85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99ef2e85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99ef2e85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99ef2e85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99ef2e85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99ef2e85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99ef2e85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99ef2e85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'✅ 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{os.path.basename( __file__ )}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실행됨 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{time.strftime(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'%Y-%m-%d %H:%M:%S'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실행파일명, 현재시간출력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\t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OPENAI_API_KEY=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{os.getenv(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"OPENAI_API_KEY"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)[:</a:t>
            </a:r>
            <a:r>
              <a:rPr lang="ko" sz="105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]}</a:t>
            </a:r>
            <a:r>
              <a:rPr lang="ko" sz="10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...'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OPENAI_API_KEY 필요!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⭕ Streamlit 로직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🍇 file load &amp; cache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v0.3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langchain_community.document_loaders.unstructured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UnstructuredFileLoader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langchain.embeddings.cache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CacheBackedEmbeddings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langchain_openai.embeddings.base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OpenAIEmbeddings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langchain.storage.file_system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LocalFileStore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langchain_text_splitters.character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CharacterTextSplitter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langchain_community.vectorstores.faiss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FAISS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------------------------------------------------------------------------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사용자가 메세지를 보내거나 UI  에 새로운 데이터가 생길때 마다,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Streamlit 은 *.py 파일을 위에서 아래 방향으로 실행한다.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그 말은 embed_file() 도 다시 호출된다는 말이다.  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파일이 변경되지 않았슴에도 이 모든 과정을 다시 또 한다는 것은 매우 비효율적이다. (시간! 비용!)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5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@st.cache_resource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def embed_file(file매개변수) 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https://docs.streamlit.io/develop/api-reference/caching-and-state/st.cache_resource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최초 embed_file(file) 호출시 실행될것이다.  그리고 리턴값을 cache 해둔다.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그러나 두번째 호출시에는 만약 이 매개변수 file 이 동일하다면  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                       (즉 유저가 다른 파일을 올리지 않았다면)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Streamlit 은 이 함수의 호출을 재실행하지 않는다.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대신에! 기존에 리턴했던 cache 되었던 값을 다시 리턴된다!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🎃 LLM 로직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22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Answer the question using ONLY the following context.</a:t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If you don't know the answer just say you don't know. DON'T make anything up.            </a:t>
            </a:r>
            <a:endParaRPr sz="1350">
              <a:solidFill>
                <a:srgbClr val="A31515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B3B3B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        Context: </a:t>
            </a:r>
            <a:r>
              <a:rPr lang="ko" sz="1350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{context}</a:t>
            </a:r>
            <a:endParaRPr sz="1350">
              <a:solidFill>
                <a:srgbClr val="0000FF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3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LangChain 의 context 안에 있는 callback handler 는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기본적으로 LLM 의 event 를 listen 하는 class 다. 가령.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ex) LLM 이 무언가를 만들기 시작할때,  작업을 끝낼 때,  LLM 이 글자를 생성하거나,  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    streaming 할때, LLM 에 에러가 발생할때.. 등등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callback handler 를 사용하여 log 를 작성하거나 analytics 등으로 보내는 등의 유용한 동작을 구현해볼수 있다.</a:t>
            </a:r>
            <a:endParaRPr sz="12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CallbackHandler 는 event 들을 listen 하는 여러 함수들이 있다.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on_xxx() 으로 시작하는 함수들을 오버라이딩 하여 구현한다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   ex) LLM 상에서 발생한 event 를 다루는 함수들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      chain, retriever, 혹은 agent 에 대한 함수들도 있다.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   이벤트핸들러 함수 참조: https://python.langchain.com/api_reference/core/callbacks/langchain_core.callbacks.base.BaseCallbackHandler.html#langchain_core.callbacks.base.BaseCallbackHandler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↓ on_llm_start() : LLM 작업 시작할때 호출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  많은 argument 들이 있지만 이번예제에선 걍 *args, **kwargs 로 받아낸다.  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↓ on_llm_end() : LLM 작업 종료할때 호출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0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on_llm_end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*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**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kwargs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↓ on_llm_new_token() : LLM이 생성해내는 새로운 token 마다 호출</a:t>
            </a:r>
            <a:endParaRPr sz="10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0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on_llm_new_token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token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*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**</a:t>
            </a:r>
            <a:r>
              <a:rPr lang="ko" sz="10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kwargs</a:t>
            </a:r>
            <a:r>
              <a:rPr lang="ko" sz="10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