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PT Sans Narrow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Narrow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TSansNarrow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b900481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b900481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900481b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b900481b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900481b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b900481b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b900481b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b900481b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b900481b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b900481b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900481b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900481b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b900481b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b900481b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b900481b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b900481b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b900481b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b900481b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b900481b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b900481b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b900481b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b900481b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b900481b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b900481b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b900481b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b900481b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b900481b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b900481b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b900481b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b900481b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b900481b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b900481b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b900481b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b900481b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b900481b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b900481b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b900481b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b900481b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b900481b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b900481b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b900481b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b900481b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b900481b4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b900481b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b900481b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b900481b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b900481b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b900481b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penai.com/index/introducing-gpts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penai.com/sitemap.x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두번째 매개변수에 hash 가능한 값 전달.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topic 이 있는 경우 (wiki검색) topic 을.  아닌 경우 파일명을 사용!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Function Calling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Function Calling은 OpenAI API에서 특정 함수 정의(JSON schema 기반)를 주고, 모델이 해당 함수를 호출하는 형식의 응답을 생성하게 하는 기능입니다.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챗봇, 에이전트, 도구 사용 등 다양한 자동화 및 플러그인 연동에 활용됩니다.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지원 모델 gpt-3-turbo, gpt-4, gpt-4-turbo  (2025.1 현재)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모델이 우리의 코드를 호출하도록 해서 우리의 함수들을 모델이 호출할수 있도록 하거나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모델이 우리가 원하는 특정 모양과 형식의 output 을 갖도록 강제할수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https://platform.openai.com/docs/guides/function-calling?api-mode=chat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langchain_openai.chat_models.base import ChatOpenAI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langchain_core.prompts.prompt import PromptTemplate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실시간으로 날씨를 가져올수 없단다.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하지만!  이제 함수가 있다고 생각해보자.  실시간 데이터를 가져올 수 잇는 함수 말이다!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함수에 필요한 정보는 아마 '장소' 정보 뿐 일거다.  (위도, 경도..)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↓여기에 함수가 있다고 가정하자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gpt-3, gpt-4 에게 우리에게 이러한 일을 해주는 get_weather() 라는 함수가 있다고 말해주는 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그러면, gpt 는 우리의 질문을 보게 되겠고, 함수를 사용하는 것이 이런 실망스러운 답변을 주는 것 보다 나은지 판별할거다.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어떻게 GPT 나  LLM 을 그렇게 동작하도록 만들수 있을까?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LLM 이 get_weather 라는 함수가 있다는 걸 알도록 할수 있을까?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"function that takes longitude and latitude to find the weather of a place",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# 경도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"lon": {"type": "string","description": "The longitude coordinate",},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# 위도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"lat": {"type": "string","description": "The latitude coordinate",},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↓기본적으로 모델이 특정 함수를 사용하도록 '강제'하거나,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  모델이 함수를 사용하도록 하거나 그냥 답변을 할 수 있도록 모델 스스로 선택하게 할수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모델을 강제로 함수를 사용하도록 하려면! 아래와 같이 해야 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function_call={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    "name": "get_weather",  # &lt;-- get_weather 함수를 반드시 사용하라!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'퀴즈 생성하기' 스키마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"name": "create_quiz",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↓ 완전히 지어낸 함수다!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"description": "function that takes a list of questions and answers and returns a quiz",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↓ 우라기 원하는 답변의 스키마는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바로 이 형태를 정의하는 거다.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"questions":[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0:{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"question":"What … in the story?"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"answers":[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   0:{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     "answer":"John"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     "correct":false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   ...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 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}       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8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"questions": {  # questions 는array!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"type": "array",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"items":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"type": "object",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"properties":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"question": { # question 은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"type": "string",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"answers": {  # answers 는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"type": "array",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"items": {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"type": "object",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"properties":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"answer": {   # answer 는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"type": "string",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"correct": {  # correct 는 boolean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"type": "boolean",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"required": ["answer", "correct"],  # answer 와 correct 둘다 필수!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"required": ["question", "answers"],  # question 와 anstions 둘다 필수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},  # end items {}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}  # end questions {}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7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= ChatOpenAI(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temperature=0.1,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).bind(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functions=[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function_schema  # 여기에는 원하는 만큼의 function 들을 적어 넣을수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function_call="auto"  # "auto" 모델이 우리 함수를 사용할수도 있고 사용하지 않을수도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function_call={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"name": "create_quiz",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prompt 변경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 = PromptTemplate.from_template("Make a quiz about {city}")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 = prompt |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response = chain.invoke({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"city": "rome"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response = response.additional_kwargs['function_call']['arguments']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response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95D46"/>
                </a:solidFill>
                <a:latin typeface="Consolas"/>
                <a:ea typeface="Consolas"/>
                <a:cs typeface="Consolas"/>
                <a:sym typeface="Consolas"/>
              </a:rPr>
              <a:t>pip install playwright &lt;-- 우선 이거 설치후</a:t>
            </a:r>
            <a:endParaRPr sz="1100">
              <a:solidFill>
                <a:srgbClr val="695D4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695D46"/>
                </a:solidFill>
                <a:latin typeface="Consolas"/>
                <a:ea typeface="Consolas"/>
                <a:cs typeface="Consolas"/>
                <a:sym typeface="Consolas"/>
              </a:rPr>
              <a:t>playwright install &lt;-- 이것까지 해주어야 함.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108925" y="56150"/>
            <a:ext cx="77805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playwright install  설치 실행.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204050" y="774400"/>
            <a:ext cx="8807700" cy="8496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0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playwright install</a:t>
            </a:r>
            <a:endParaRPr sz="1000">
              <a:solidFill>
                <a:srgbClr val="00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 Chromium 134.0.6998.35 (playwright build v1161) from https://cdn.playwright.dev/dbazure/download/playwright/builds/chromium/1161/chromium-win64.zip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141.8 MiB [===                 ] 15% 162.5sError: Request to https://cdn.playwright.dev/dbazure/download/playwright/builds/chromium/1161/chromium-win64.zip timed out after 30000ms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ClientRequest.rejectOnTimeout (K:\working_python_home\472_LangChain\.venv\Lib\site-packages\playwright\driver\package\lib\server\utils\network.js:76:15)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Object.onceWrapper (node:events:632:28)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ClientRequest.emit (node:events:518:28)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TLSSocket.emitRequestTimeout (node:_http_client:863:9)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Object.onceWrapper (node:events:632:28)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TLSSocket.emit (node:events:530:35)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Socket._onTimeout (node:net:609:8)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listOnTimeout (node:internal/timers:594:17)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process.processTimers (node:internal/timers:529:7)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 Chromium 134.0.6998.35 (playwright build v1161) from https://playwright.download.prss.microsoft.com/dbazure/download/playwright/builds/chromium/1161/chromium-win64.zip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141.8 MiB [====================] 100% 0.0s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Chromium 134.0.6998.35 (playwright build v1161) downloaded to C:\Users\frogt\AppData\Local\ms-playwright\chromium-1161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 Chromium Headless Shell 134.0.6998.35 (playwright build v1161) from https://cdn.playwright.dev/dbazure/download/playwright/builds/chromium/1161/chromium-headless-shell-win64.zip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87.8 MiB [====================] 100% 0.0s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Chromium Headless Shell 134.0.6998.35 (playwright build v1161) downloaded to C:\Users\frogt\AppData\Local\ms-playwright\chromium_headless_shell-1161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 Firefox 135.0 (playwright build v1475) from https://cdn.playwright.dev/dbazure/download/playwright/builds/firefox/1475/firefox-win64.zip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91.5 MiB [====                ] 22% 104.6sError: Request to https://cdn.playwright.dev/dbazure/download/playwright/builds/firefox/1475/firefox-win64.zip timed out after 30000ms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ClientRequest.rejectOnTimeout (K:\working_python_home\472_LangChain\.venv\Lib\site-packages\playwright\driver\package\lib\server\utils\network.js:76:15)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Object.onceWrapper (node:events:632:28)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ClientRequest.emit (node:events:518:28)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TLSSocket.emitRequestTimeout (node:_http_client:863:9)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Object.onceWrapper (node:events:632:28)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TLSSocket.emit (node:events:530:35)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Socket._onTimeout (node:net:609:8)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listOnTimeout (node:internal/timers:594:17)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at process.processTimers (node:internal/timers:529:7)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 Firefox 135.0 (playwright build v1475) from https://playwright.download.prss.microsoft.com/dbazure/download/playwright/builds/firefox/1475/firefox-win64.zip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91.5 MiB [====================] 100% 0.0s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Firefox 135.0 (playwright build v1475) downloaded to C:\Users\frogt\AppData\Local\ms-playwright\firefox-1475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 Webkit 18.4 (playwright build v2140) from https://cdn.playwright.dev/dbazure/download/playwright/builds/webkit/2140/webkit-win64.zip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52.8 MiB [====================] 100% 0.0s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Webkit 18.4 (playwright build v2140) downloaded to C:\Users\frogt\AppData\Local\ms-playwright\webkit-2140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 FFMPEG playwright build v1011 from https://cdn.playwright.dev/dbazure/download/playwright/builds/ffmpeg/1011/ffmpeg-win64.zip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1.3 MiB [====================] 100% 0.0s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FFMPEG playwright build v1011 downloaded to C:\Users\frogt\AppData\Local\ms-playwright\ffmpeg-1011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Downloading Winldd playwright build v1007 from https://cdn.playwright.dev/dbazure/download/playwright/builds/winldd/1007/winldd-win64.zip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0.1 MiB [====================] 100% 0.0s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Winldd playwright build v1007 downloaded to C:\Users\frogt\AppData\Local\ms-playwright\winldd-1007</a:t>
            </a:r>
            <a:endParaRPr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/>
        </p:nvSpPr>
        <p:spPr>
          <a:xfrm>
            <a:off x="0" y="0"/>
            <a:ext cx="3000000" cy="3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8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⭕ Streamlit 로직</a:t>
            </a:r>
            <a:endParaRPr sz="8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────────────────────────────────────────</a:t>
            </a:r>
            <a:endParaRPr sz="8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795E2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set_page_config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page_title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"SiteGPT"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page_icon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"🖥️"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"SiteGPT"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markdown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# SiteGPT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Ask questions about the content of a website.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Start by writing the URL of the website on the sidebar.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5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AF00DB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sidebar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ko" sz="850">
                <a:solidFill>
                  <a:srgbClr val="267F9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text_input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"Write down a URL"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850">
                <a:solidFill>
                  <a:srgbClr val="001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placeholder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8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"https://example.com"</a:t>
            </a: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rgbClr val="00966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https://openai.com/index/introducing-gpts/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/>
        </p:nvSpPr>
        <p:spPr>
          <a:xfrm>
            <a:off x="0" y="0"/>
            <a:ext cx="30000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Chromium 의 headless instance 를 사용하여 HTML 페이지를 스크레이핑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/>
        </p:nvSpPr>
        <p:spPr>
          <a:xfrm>
            <a:off x="0" y="0"/>
            <a:ext cx="30000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Set the event loop policy for Windows 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(</a:t>
            </a:r>
            <a:r>
              <a:rPr lang="ko" sz="10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AsyncChromiumLoader 사용하여 페이지 요청시 </a:t>
            </a: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Windows 환경에선 필요한 설정인듯.)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F00D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hasattr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asyncio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"WindowsProactorEventLoopPolicy"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05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asyncio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795E2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set_event_loop_policy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0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asyncio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0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WindowsProactorEventLoopPolicy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())</a:t>
            </a:r>
            <a:endParaRPr sz="105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user_agent=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'Mozilla/5.0 (Linux; Android 6.0; Nexus 5 Build/MRA58N) AppleWebKit/537.36 (KHTML, like Gecko) Chrome/135.0.0.0 Mobile Safari/537.36'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urls 의 HTML 페이지들을 load 하여 List[Document] 로 리턴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/>
        </p:nvSpPr>
        <p:spPr>
          <a:xfrm>
            <a:off x="0" y="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HTML 을 받아서 Text 로 변환(transform) 해주는 객체</a:t>
            </a:r>
            <a:endParaRPr sz="105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html2text_transformer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ko" sz="1050">
                <a:solidFill>
                  <a:srgbClr val="267F99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Html2TextTransformer</a:t>
            </a:r>
            <a:r>
              <a:rPr lang="ko" sz="105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5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/>
        </p:nvSpPr>
        <p:spPr>
          <a:xfrm>
            <a:off x="0" y="0"/>
            <a:ext cx="3000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10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사용자가 URL 을 입력하면, 거기에 XML sitemap 이 포함되는지 확인할거다.</a:t>
            </a:r>
            <a:endParaRPr sz="110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100">
                <a:solidFill>
                  <a:srgbClr val="008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# 포함되지 않다면 error 를 보여줘서 application 의 출돌을 미리 방지하자.</a:t>
            </a:r>
            <a:endParaRPr sz="1100">
              <a:solidFill>
                <a:srgbClr val="008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rgbClr val="00966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https://openai.com/sitemap.xml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/>
        </p:nvSpPr>
        <p:spPr>
          <a:xfrm>
            <a:off x="0" y="0"/>
            <a:ext cx="3000000" cy="1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108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loader</a:t>
            </a:r>
            <a:r>
              <a:rPr lang="ko" sz="120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.headers </a:t>
            </a:r>
            <a:r>
              <a:rPr lang="ko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20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r>
              <a:rPr lang="ko" sz="120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'User-Agent'</a:t>
            </a:r>
            <a:r>
              <a:rPr lang="ko" sz="120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ko" sz="1200">
                <a:solidFill>
                  <a:srgbClr val="A3151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'Mozilla/5.0 (Linux; Android 6.0; Nexus 5 Build/MRA58N) AppleWebKit/537.36 (KHTML, like Gecko) Chrome/135.0.0.0 Mobile Safari/537.36'</a:t>
            </a:r>
            <a:r>
              <a:rPr lang="ko" sz="1200">
                <a:solidFill>
                  <a:srgbClr val="3B3B3B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050" y="692000"/>
            <a:ext cx="6144025" cy="326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