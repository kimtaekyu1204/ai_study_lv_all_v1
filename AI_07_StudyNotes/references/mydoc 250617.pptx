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7218463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7218463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7218463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7218463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7218463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7218463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2184637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218463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72184637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72184637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72184637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72184637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72184637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72184637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72184637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72184637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72184637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72184637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2184637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2184637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7218463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7218463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72184637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72184637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72184637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72184637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72184637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72184637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72184637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72184637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72184637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72184637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72184637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72184637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72184637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72184637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72184637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72184637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72184637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72184637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72184637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72184637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2184637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72184637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72184637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72184637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72184637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72184637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72184637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72184637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72184637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72184637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72184637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72184637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72184637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72184637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72184637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72184637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72184637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72184637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72184637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72184637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72184637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72184637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72184637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72184637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72184637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72184637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2184637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72184637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72184637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72184637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72184637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72184637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721846375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721846375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721846375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721846375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721846375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72184637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72184637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72184637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langchain_community.callbacks.manager import get_openai_callback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Get the OpenAI callback handler in a context manager.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which conveniently exposes token and cost information.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Returns: The OpenAI callback handler.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https://python.langchain.com/api_reference/community/callbacks/langchain_community.callbacks.manager.get_openai_callback.html#get-openai-callback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langchain_community.llms.loading import load_llm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Load LLM from a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https://python.langchain.com/api_reference/community/llms/langchain_community.llms.loading.load_llm.html#langchain_community.llms.loading.load_llm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https://python.langchain.com/api_reference/langchain/memory.html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챗봇으로 하여금 대화(상태)를 '기억'하게끔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Memory maintains Chain state, incorporating context from past runs.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langchain_openai.chat_models import ChatOpenAI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langchain_core.prompts.prompt import 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ChatPromptTemplate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memory 계층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BaseMemory --&gt; BaseChatMemory --&gt; &lt;name&gt;Memory  # Examples: ZepMemory, MotorheadMemory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대화 내용 '전체'를 저장하는 메모리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장점: 단순하다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단점: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=&gt; 매번 요청할때마다 '이전 대화 기록 전체' 를 같이 보내야 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그래야 모델이 전에 일어났던 대화를 보고 이해 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대화내용이 길어질수록 메모리도 계속 커지니까 성능적으로도 &amp; 비용적으로도 비효율적이다.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langchain.memory.buffer import ConversationBufferMemory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https://python.langchain.com/api_reference/langchain/memory/langchain.memory.buffer.ConversationBufferMemory.html#conversationbuffermemory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★참고★ memory 종류와 관계없이 API 는 다 똑같다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즉, 모든 memory 는 save_context(), load_memory_variables() 함수를 갖고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우선 메모리를 만들고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ChatModel을 위한건지 아닌지 선택하고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ChatModel을 위한게 아니라면 return_messages=False (디폴트)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=&gt; 그러면 history 는 문자열로 표시됨.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ChatModel을 위한거라면 return_messages=True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=&gt; 그러면 history  는 챗모델이 사용할수 있는 형태로 출력됨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ConversationBufferWindowMemory 는 대화의 '특정 부분만' 을 저장하는 메모리.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장점: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메모리를 특정 크기로 유지할 수 있다!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따라서 모든 대화 내용을 저장하지 않아도 된다!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단점: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챗봇이 전체 대화가 아닌 '최근 대화' 에만 집중하게 된다.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langchain.memory.buffer_window import ConversationBufferWindowMemory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https://python.langchain.com/api_reference/langchain/memory/langchain.memory.buffer_window.ConversationBufferWindowMemory.html#conversationbufferwindowmemory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langchain.memory.summary import ConversationSummaryMemory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https://python.langchain.com/api_reference/langchain/memory/langchain.memory.summary.ConversationSummaryMemory.html#langchain.memory.summary.ConversationSummaryMemory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Continually summarizes the conversation history.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The summary is updated after each conversation turn.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The implementations returns a summary of the conversation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which can be used to provide context to the model.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ConversationSummaryMemory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메세지를 그대로 저장하는 것이 아니라 Convertaion 의 '요약'을 해준다. LLM 필요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"Hi I'm John, I live in South Korea",    #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"Wow that is so cool!"  # output : AI 답변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또 message 추가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add_message(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"South Korea is so pretty",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"I wish I could go!!!")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langchain.memory.summary_buffer import ConversationSummaryBufferMemory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https://python.langchain.com/api_reference/langchain/memory/langchain.memory.summary_buffer.ConversationSummaryBufferMemory.html#langchain.memory.summary_buffer.ConversationSummaryBufferMemory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Buffer with summarizer for storing conversation memory.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Provides a running summary of the conversation together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the most recent messages in the conversation under the constraint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that the total number of tokens in the conversation does not exceed a certain limit.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ConversationSummaryBufferMemory 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ConversationBufferMemory 와 ConversationSummaryMemory 의 결합형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메모리에 보내온 메세지의 수를 지정하여 저장한다.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오래된 메세지들 또한 요약 하여 저장함.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add_message(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"How far is Korea from Argentina?",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"I don't know! Super far!"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get_history()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add_message(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"How far is Brazil from Argentina?",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"I don't know! Super far!"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get_history()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limit 에 도달하면, 오래된 메세지들이 요약되고 있을 것을 확인할수 있다. (SystemMessage 확인)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★그러나 '요약' 이라는 과정은 API 를 사용한다는 사실을 명심하세요.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★'요약' 동작은 비용 지출이 발생되는 부분입니다.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from langchain.memory import ConversationKGMemory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langchain_community.memory.kg import ConversationKGMemory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https://python.langchain.com/api_reference/community/memory/langchain_community.memory.kg.ConversationKGMemory.html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Knowledge graph conversation memory.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Integrates with external knowledge graph to store and retrieve information about knowledge triples in the conversation.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여기에 메세지를 더해보자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add_message("John likes kimchi", "Wow that is so cool!")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ConversationTokenBufferMemory 도 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interaction 의 최대값을 가지고 있는 것 대신에 token의 총 양을 계산하는게 전부다.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max_token_limit= 값!  &lt;= ConversationBufferWindowMemory 와 비슷하다 (k= 값)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https://python.langchain.com/api_reference/langchain/memory/langchain.memory.token_buffer.ConversationTokenBufferMemory.html#langchain.memory.token_buffer.ConversationTokenBufferMemory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ConversationEntityMemory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Entity 를 활용한 메모리도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이는 대화중에 entity 를 추출해 활용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https://python.langchain.com/api_reference/langchain/memory/langchain.memory.entity.ConversationEntityMemory.html#langchain.memory.entity.ConversationEntityMemory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12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**참고: Database 와 integration 된 메모리들**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Memory Class                  | 통합 대상 (Integration)             | 설명                          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----------------------------- | ------------------------------- | ------------------------------------------------------------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`RedisChatMessageHistory`     | **Redis**                       | Redis에 메시지 저장. 빠르고 확장 가능한 저장소.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`SQLChatMessageHistory`       | **SQLite, PostgreSQL 등 SQL DB** | SQL 데이터베이스에 메시지 저장. SQLAlchemy 기반.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`DynamoDBChatMessageHistory`  | **AWS DynamoDB**                | AWS의 NoSQL DB인 DynamoDB에 대화 저장. 서버리스 환경에서 유용.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`MongoDBChatMessageHistory`   | **MongoDB**                     | 문서 기반 DB인 MongoDB와 통합하여 대화 저장.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`PostgresChatMessageHistory`  | **PostgreSQL**                  | PostgreSQL 전용 구현 (SQLAlchemy 없이).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`FileChatMessageHistory`      | **Local 파일**                    | JSON 파일로 로컬에 저장. 간단한 로깅에 적합.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`FirestoreChatMessageHistory` | **Google Firestore**            | Firebase 기반 클라우드 NoSQL DB와 통합.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`ChromaMemory`                | **Chroma (벡터 DB)**              | 벡터 DB에 embedding 형태로 memory 저장. RAG나 유사 검색 기반 memory에 활용 가능.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`WeaviateMemory`              | **Weaviate**                    | Weaviate 벡터 DB와 통합된 memory 저장.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`QdrantMemory`                | **Qdrant**                      | 벡터 기반 memory 저장소로 Qdrant 사용.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chain.invoke(input={'question':"I live in Seoul"})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chain.invoke(input={'question':"My name is John"})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chain.invoke(input={'question':"I live in Seoul"})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chain.invoke(input={'question':"What is my name?"})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history 까지 담을 괜찮은 템플릿을 준비해보자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template =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You are a helpful AI talking to a human.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{chat_history}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Human:{question}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You: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AI 가 우리의 대화기록을 기억하면서 여기의 question 을 완성할 수 있기를 기대해보자.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프롬프트 템플릿 안에서 메모리 내용이 들어갈 공간을 준비한다.  (예: chat_history)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메모리를 활용할 템플릿은 원하는대로 작성하면 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Memory 클래스에선 history 를 어디에 꽂을지 지정해준다 (memory_key=)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chain.invoke({'question': "My name is John"})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chain.invoke({'question': "I live in Seoul"})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MessagesPlaceholder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https://python.langchain.com/api_reference/core/prompts/langchain_core.prompts.chat.MessagesPlaceholder.html#langchain_core.prompts.chat.MessagesPlaceholder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Prompt template that assumes variable is already list of messages.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A placeholder which can be used to pass in a list of messages.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↓ 누가 보냈는지 알수 없는,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예측하기 어려운 메세지의 양과 제한 없는 양의 메세지를 가질수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↑ variable_name="chat_history"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ConversationSummaryBufferMemory 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  history 에서 message 들을 가져와서 (return_messages=True)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  이곳 MessagesPlaceHolder 를 채운다.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   AI message, System message, Human message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   얼마나 많은지 알수 없어도 여기에 채워지는 거다!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 = LLMChain(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llm=llm,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memory=memory,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prompt=prompt, # 위에서 작성한 프롬프트!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verbose=True,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chain.invoke({'question':"My name is John"})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chain.invoke({'question':"I live in Seoul"})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chain.invoke({'question':"What is my name?"})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↑ 위 방법도 가능은 하다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단, 위 접근 방식의 문제는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우리가 chain 을 호출할 때마다 chat_history 도 추가해줘야 한다는 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↓ 이보다 더 좋은 방법도 있다. 바로 'Runnables' 라는 것을 사용하는 것이다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langchain_core.runnables.passthrough import RunnablePassthrough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https://python.langchain.com/api_reference/core/runnables/langchain_core.runnables.passthrough.RunnablePassthrough.html#langchain_core.runnables.passthrough.RunnablePassthrough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Runnable to passthrough inputs unchanged or with additional keys.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This Runnable behaves almost like the identity function,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except that it can be configured to add additional keys to the output,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if the input is a dict.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↑ 위를 실행하게 되면 가장 먼저 load_memory() 를 호출한다.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prompt가 필요로 하는 chat_history= 키 내부에 넣는다.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이는 마치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"chat_history": load_memory(),  &lt;- 요렇게 한것과 동일하다.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"My name is John",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/>
        </p:nvSpPr>
        <p:spPr>
          <a:xfrm>
            <a:off x="0" y="0"/>
            <a:ext cx="3000000" cy="8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= ChatOpenAI(temperature=0.1)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memory = ConversationSummaryBufferMemory(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llm=llm,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max_token_limit=120,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memory_key="chat_history",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return_messages=True,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= ChatPromptTemplate.from_messages(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("system", "You are a helpful AI talking to a human"),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MessagesPlaceholder(variable_name="chat_history"),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("human", "{question}"),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load_memory(input):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print("🎃load_memory()", input)  # 확인해보자!!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return memory.load_memory_variables({})["chat_history"]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 = RunnablePassthrough.assign(chat_history=load_memory)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"My name is John",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})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/>
        </p:nvSpPr>
        <p:spPr>
          <a:xfrm>
            <a:off x="0" y="0"/>
            <a:ext cx="3000000" cy="6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load_memory() {'question': 'My name is John'}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체인에 있는 모든 컴포넌트는 input 을 받을거고, 또 output 을 줄거다.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이게 랭체인의 핵심이다.  모든 것이 input을 얻을거고, 그 후엔 output 을 줄거다.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     &lt;--  이 dict 는 chain 의 첫번째 아이템의 input 이 되는거다.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바로 그게 load_memory() 의 input 이 된것이다!   규칙이다!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"My name is John",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이후 load_memory() 를 실행히킨 결과로 얻은것이 chat_history 속성으로 들어가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체인의 다음 요소 로 전달되는 것이다.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