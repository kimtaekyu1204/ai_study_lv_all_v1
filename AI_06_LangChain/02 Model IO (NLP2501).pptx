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PT Sans Narrow"/>
      <p:regular r:id="rId8"/>
      <p:bold r:id="rId9"/>
    </p:embeddedFont>
    <p:embeddedFont>
      <p:font typeface="Open Sans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penSans-bold.fntdata"/><Relationship Id="rId10" Type="http://schemas.openxmlformats.org/officeDocument/2006/relationships/font" Target="fonts/OpenSans-regular.fntdata"/><Relationship Id="rId13" Type="http://schemas.openxmlformats.org/officeDocument/2006/relationships/font" Target="fonts/OpenSans-boldItalic.fntdata"/><Relationship Id="rId12" Type="http://schemas.openxmlformats.org/officeDocument/2006/relationships/font" Target="fonts/Open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TSansNarrow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PTSansNarrow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7cfe988e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7cfe988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