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T Sans Narrow"/>
      <p:regular r:id="rId13"/>
      <p:bold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TSansNarrow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PTSansNarrow-bold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b32e62f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b32e62f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ab32e62f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ab32e62f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b32e62f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b32e62f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ab32e62f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ab32e62f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ab32e62f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ab32e62f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ab32e62f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ab32e62f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ab32e62f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ab32e62f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huggingface.co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hyperlink" Target="https://huggingface.co/settings/token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HuggingFace 회원가입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사전에 HuggingFace 회원가입 해두세요 (무료)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https://huggingface.co/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235950" y="75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반드시 email 에서 confirm 하세요.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889200" y="967038"/>
            <a:ext cx="72141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5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[Hugging Face] Click this link to confirm your email address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963" y="1289163"/>
            <a:ext cx="4792575" cy="2240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681887"/>
            <a:ext cx="8839197" cy="107028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" name="Google Shape;82;p15"/>
          <p:cNvSpPr/>
          <p:nvPr/>
        </p:nvSpPr>
        <p:spPr>
          <a:xfrm>
            <a:off x="4299750" y="3305800"/>
            <a:ext cx="393000" cy="48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60700" y="29197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token 필요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266325"/>
            <a:ext cx="6379200" cy="5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Hugging Face API 를 사용하려면 당연히 token 이 필요하다..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5889" y="50375"/>
            <a:ext cx="1609172" cy="51434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25" y="844987"/>
            <a:ext cx="7879148" cy="3708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7"/>
          <p:cNvSpPr txBox="1"/>
          <p:nvPr/>
        </p:nvSpPr>
        <p:spPr>
          <a:xfrm>
            <a:off x="136025" y="365575"/>
            <a:ext cx="47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4"/>
              </a:rPr>
              <a:t>https://huggingface.co/settings/tokens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88" y="1063377"/>
            <a:ext cx="6342224" cy="2654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4945" y="2042100"/>
            <a:ext cx="4334325" cy="268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/>
          <p:nvPr/>
        </p:nvSpPr>
        <p:spPr>
          <a:xfrm>
            <a:off x="2818050" y="3350825"/>
            <a:ext cx="13137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6178500" y="3614825"/>
            <a:ext cx="1347600" cy="549300"/>
          </a:xfrm>
          <a:prstGeom prst="wedgeRoundRectCallout">
            <a:avLst>
              <a:gd fmla="val -37220" name="adj1"/>
              <a:gd fmla="val -93323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반드시 따로 잘 보관해 두어야 한다</a:t>
            </a:r>
            <a:endParaRPr sz="1100"/>
          </a:p>
        </p:txBody>
      </p:sp>
      <p:sp>
        <p:nvSpPr>
          <p:cNvPr id="104" name="Google Shape;104;p18"/>
          <p:cNvSpPr txBox="1"/>
          <p:nvPr/>
        </p:nvSpPr>
        <p:spPr>
          <a:xfrm>
            <a:off x="408075" y="133800"/>
            <a:ext cx="6719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Token Type: Write  로 발급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50" y="1773201"/>
            <a:ext cx="8161573" cy="24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