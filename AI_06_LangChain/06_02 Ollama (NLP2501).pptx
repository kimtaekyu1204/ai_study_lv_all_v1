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PT Sans Narrow"/>
      <p:regular r:id="rId13"/>
      <p:bold r:id="rId14"/>
    </p:embeddedFont>
    <p:embeddedFont>
      <p:font typeface="Roboto Mono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97F04B-CD23-4AB8-8737-4C2B646DCCF6}">
  <a:tblStyle styleId="{8C97F04B-CD23-4AB8-8737-4C2B646DCCF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5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21" Type="http://schemas.openxmlformats.org/officeDocument/2006/relationships/font" Target="fonts/OpenSans-italic.fntdata"/><Relationship Id="rId13" Type="http://schemas.openxmlformats.org/officeDocument/2006/relationships/font" Target="fonts/PTSansNarrow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Mono-regular.fntdata"/><Relationship Id="rId14" Type="http://schemas.openxmlformats.org/officeDocument/2006/relationships/font" Target="fonts/PTSansNarrow-bold.fntdata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OpenSans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ab2c960b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ab2c960b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ab2c960b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ab2c960b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ab2c960b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ab2c960b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ab2c960b0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ab2c960b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ab2c960b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ab2c960b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ab2c960b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ab2c960b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llama.com/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Ollama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8100" y="1611227"/>
            <a:ext cx="1022399" cy="102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Ollama 를 이용해서 LLM 을 로컬에서 실행시키는 방법에 대해 학습합니다.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직전의 HuggingFace 와 GPT4All 을 사용하는 것방식도 많은 옵션들을 가졌기에 좋지만,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Ollama 가 작동하는 방식과 Ollama 를 이용해 다양한 모델을 다운로드 및 시도하는 방식은 정말 좋다.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이를 사용하여 일전의 DocumentGPT 를 PrivateGPT 로 바꾸는 작업도 할거다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(놀랍게도!, 단 몇줄의 코드만 바꾸면 된다!)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1644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Ollama 는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979400"/>
            <a:ext cx="8520600" cy="3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Ollama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는 로컬 환경에서 대형 언어 모델(LLM)을 실행할 수 있도록 도와주는 오픈소스 도구입니다. 이를 통해 사용자는 클라우드나 인터넷에 연결하지 않고도 개인 PC에서 AI 모델을 쉽게 실행할 수 있습니다.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Ollama의 주요 특징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로컬 실행 지원</a:t>
            </a:r>
            <a:b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인터넷 연결 없이도 AI 모델을 실행할 수 있어 개인정보 보호 및 보안성이 높음.</a:t>
            </a:r>
            <a:b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MacOS , Linux, Windows 에서 가능.</a:t>
            </a:r>
            <a:b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다양한 AI 모델 지원</a:t>
            </a:r>
            <a:b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Llama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Mistral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Gemma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Code Llama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등 다양한 오픈소스 LLM 모델을 지원.</a:t>
            </a:r>
            <a:b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추가적으로 원하는 모델을 쉽게 다운로드하여 실행 가능.</a:t>
            </a:r>
            <a:b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간단한 설치 및 사용</a:t>
            </a:r>
            <a:b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설치 후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ollama run &lt;모델명&gt;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명령어만 입력하면 AI 모델을 실행할 수 있음.</a:t>
            </a:r>
            <a:b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예: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ollama run mistral</a:t>
            </a:r>
            <a:b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모델 커스텀 가능</a:t>
            </a:r>
            <a:b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Modelfile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을 사용하여 기존 모델을 수정하거나 새로운 모델을 생성 가능.</a:t>
            </a:r>
            <a:b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예: 사전 훈련된 모델에 사용자 데이터를 추가하여 튜닝 가능.</a:t>
            </a:r>
            <a:b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빠른 응답 속도</a:t>
            </a:r>
            <a:b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자체적인 최적화를 통해 로컬 환경에서도 빠른 성능 제공.</a:t>
            </a:r>
            <a:b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GPU를 활용하여 연산 속도 향상 가능.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Google Shape;85;p16"/>
          <p:cNvGraphicFramePr/>
          <p:nvPr/>
        </p:nvGraphicFramePr>
        <p:xfrm>
          <a:off x="1572175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{8C97F04B-CD23-4AB8-8737-4C2B646DCCF6}</a:tableStyleId>
              </a:tblPr>
              <a:tblGrid>
                <a:gridCol w="1593275"/>
                <a:gridCol w="701025"/>
                <a:gridCol w="1159900"/>
                <a:gridCol w="2421625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특징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Ollama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OpenAI API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Hugging Face Transformers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인터넷 필요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❌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✅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❌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로컬 실행 가능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✅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❌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✅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설치 용이성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✅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✅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❌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커스텀 모델 가능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✅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❌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✅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비용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무료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유료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무료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6"/>
          <p:cNvSpPr txBox="1"/>
          <p:nvPr/>
        </p:nvSpPr>
        <p:spPr>
          <a:xfrm>
            <a:off x="340075" y="2681075"/>
            <a:ext cx="8646300" cy="2179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/>
              <a:t>Ollama vs 기타 LLM 솔루션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/>
              <a:t>정리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/>
              <a:t>Ollama는 </a:t>
            </a:r>
            <a:r>
              <a:rPr b="1" lang="ko" sz="1100"/>
              <a:t>로컬에서 AI 모델을 쉽게 실행할 수 있는 경량 솔루션</a:t>
            </a:r>
            <a:r>
              <a:rPr lang="ko" sz="1100"/>
              <a:t>으로, </a:t>
            </a:r>
            <a:r>
              <a:rPr b="1" lang="ko" sz="1100"/>
              <a:t>개인정보 보호가 중요한 경우</a:t>
            </a:r>
            <a:r>
              <a:rPr lang="ko" sz="1100"/>
              <a:t>나 </a:t>
            </a:r>
            <a:r>
              <a:rPr b="1" lang="ko" sz="1100"/>
              <a:t>인터넷 없이 AI를 활용하고 싶은 경우</a:t>
            </a:r>
            <a:r>
              <a:rPr lang="ko" sz="1100"/>
              <a:t> 매우 유용합니다.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/>
              <a:t>추가적으로, AI 모델을 </a:t>
            </a:r>
            <a:r>
              <a:rPr b="1" lang="ko" sz="1100"/>
              <a:t>튜닝하거나 맞춤 설정</a:t>
            </a:r>
            <a:r>
              <a:rPr lang="ko" sz="1100"/>
              <a:t>하여 특정 용도로 활용할 수도 있습니다.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ollama 다운로드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533825" y="196375"/>
            <a:ext cx="26808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https://ollama.com/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9050" y="1049111"/>
            <a:ext cx="7431077" cy="32833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6580275" y="1266325"/>
            <a:ext cx="2252100" cy="9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용량 약 1G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422" y="736572"/>
            <a:ext cx="4045701" cy="2937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7600" y="1828601"/>
            <a:ext cx="2614850" cy="4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